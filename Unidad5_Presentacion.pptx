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67" r:id="rId5"/>
    <p:sldId id="269" r:id="rId6"/>
    <p:sldId id="261" r:id="rId7"/>
    <p:sldId id="270" r:id="rId8"/>
    <p:sldId id="272" r:id="rId9"/>
    <p:sldId id="264" r:id="rId10"/>
    <p:sldId id="274"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9EF0"/>
    <a:srgbClr val="287EC9"/>
    <a:srgbClr val="7ABFF0"/>
    <a:srgbClr val="A30505"/>
    <a:srgbClr val="92D05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3" dt="2026-09-10T15:10:57.587"/>
    <p1510:client id="{4E16A0D9-AE26-A220-997F-3B382D61032D}" v="540" dt="2026-09-11T02:16:37.9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ana Jaimes Fuentes" userId="S::52968092@u.icesi.edu.co::f9589f89-be89-41ca-867c-0eea0e3eedee" providerId="AD" clId="Web-{00000000-0000-0000-0000-000000000000}"/>
    <pc:docChg chg="modSld">
      <pc:chgData name="Diana Jaimes Fuentes" userId="S::52968092@u.icesi.edu.co::f9589f89-be89-41ca-867c-0eea0e3eedee" providerId="AD" clId="Web-{00000000-0000-0000-0000-000000000000}" dt="2026-09-10T15:10:57.181" v="10" actId="20577"/>
      <pc:docMkLst>
        <pc:docMk/>
      </pc:docMkLst>
      <pc:sldChg chg="delSp">
        <pc:chgData name="Diana Jaimes Fuentes" userId="S::52968092@u.icesi.edu.co::f9589f89-be89-41ca-867c-0eea0e3eedee" providerId="AD" clId="Web-{00000000-0000-0000-0000-000000000000}" dt="2026-09-10T15:03:09.725" v="0"/>
        <pc:sldMkLst>
          <pc:docMk/>
          <pc:sldMk cId="0" sldId="256"/>
        </pc:sldMkLst>
        <pc:spChg chg="del">
          <ac:chgData name="Diana Jaimes Fuentes" userId="S::52968092@u.icesi.edu.co::f9589f89-be89-41ca-867c-0eea0e3eedee" providerId="AD" clId="Web-{00000000-0000-0000-0000-000000000000}" dt="2026-09-10T15:03:09.725" v="0"/>
          <ac:spMkLst>
            <pc:docMk/>
            <pc:sldMk cId="0" sldId="256"/>
            <ac:spMk id="4" creationId="{00000000-0000-0000-0000-000000000000}"/>
          </ac:spMkLst>
        </pc:spChg>
      </pc:sldChg>
      <pc:sldChg chg="modSp">
        <pc:chgData name="Diana Jaimes Fuentes" userId="S::52968092@u.icesi.edu.co::f9589f89-be89-41ca-867c-0eea0e3eedee" providerId="AD" clId="Web-{00000000-0000-0000-0000-000000000000}" dt="2026-09-10T15:03:55.117" v="4" actId="20577"/>
        <pc:sldMkLst>
          <pc:docMk/>
          <pc:sldMk cId="0" sldId="257"/>
        </pc:sldMkLst>
        <pc:spChg chg="mod">
          <ac:chgData name="Diana Jaimes Fuentes" userId="S::52968092@u.icesi.edu.co::f9589f89-be89-41ca-867c-0eea0e3eedee" providerId="AD" clId="Web-{00000000-0000-0000-0000-000000000000}" dt="2026-09-10T15:03:55.117" v="4" actId="20577"/>
          <ac:spMkLst>
            <pc:docMk/>
            <pc:sldMk cId="0" sldId="257"/>
            <ac:spMk id="9" creationId="{00000000-0000-0000-0000-000000000000}"/>
          </ac:spMkLst>
        </pc:spChg>
      </pc:sldChg>
      <pc:sldChg chg="modSp">
        <pc:chgData name="Diana Jaimes Fuentes" userId="S::52968092@u.icesi.edu.co::f9589f89-be89-41ca-867c-0eea0e3eedee" providerId="AD" clId="Web-{00000000-0000-0000-0000-000000000000}" dt="2026-09-10T15:10:57.181" v="10" actId="20577"/>
        <pc:sldMkLst>
          <pc:docMk/>
          <pc:sldMk cId="0" sldId="258"/>
        </pc:sldMkLst>
        <pc:spChg chg="mod">
          <ac:chgData name="Diana Jaimes Fuentes" userId="S::52968092@u.icesi.edu.co::f9589f89-be89-41ca-867c-0eea0e3eedee" providerId="AD" clId="Web-{00000000-0000-0000-0000-000000000000}" dt="2026-09-10T15:10:52.774" v="6" actId="20577"/>
          <ac:spMkLst>
            <pc:docMk/>
            <pc:sldMk cId="0" sldId="258"/>
            <ac:spMk id="4" creationId="{00000000-0000-0000-0000-000000000000}"/>
          </ac:spMkLst>
        </pc:spChg>
        <pc:spChg chg="mod">
          <ac:chgData name="Diana Jaimes Fuentes" userId="S::52968092@u.icesi.edu.co::f9589f89-be89-41ca-867c-0eea0e3eedee" providerId="AD" clId="Web-{00000000-0000-0000-0000-000000000000}" dt="2026-09-10T15:10:57.181" v="10" actId="20577"/>
          <ac:spMkLst>
            <pc:docMk/>
            <pc:sldMk cId="0" sldId="258"/>
            <ac:spMk id="13" creationId="{00000000-0000-0000-0000-000000000000}"/>
          </ac:spMkLst>
        </pc:spChg>
      </pc:sldChg>
    </pc:docChg>
  </pc:docChgLst>
  <pc:docChgLst>
    <pc:chgData name="Diana Jaimes Fuentes" userId="S::52968092@u.icesi.edu.co::f9589f89-be89-41ca-867c-0eea0e3eedee" providerId="AD" clId="Web-{4E16A0D9-AE26-A220-997F-3B382D61032D}"/>
    <pc:docChg chg="addSld delSld modSld">
      <pc:chgData name="Diana Jaimes Fuentes" userId="S::52968092@u.icesi.edu.co::f9589f89-be89-41ca-867c-0eea0e3eedee" providerId="AD" clId="Web-{4E16A0D9-AE26-A220-997F-3B382D61032D}" dt="2026-09-11T02:16:37.936" v="529"/>
      <pc:docMkLst>
        <pc:docMk/>
      </pc:docMkLst>
      <pc:sldChg chg="addSp modSp">
        <pc:chgData name="Diana Jaimes Fuentes" userId="S::52968092@u.icesi.edu.co::f9589f89-be89-41ca-867c-0eea0e3eedee" providerId="AD" clId="Web-{4E16A0D9-AE26-A220-997F-3B382D61032D}" dt="2026-09-10T20:47:07.551" v="97" actId="1076"/>
        <pc:sldMkLst>
          <pc:docMk/>
          <pc:sldMk cId="0" sldId="257"/>
        </pc:sldMkLst>
        <pc:spChg chg="mod ord">
          <ac:chgData name="Diana Jaimes Fuentes" userId="S::52968092@u.icesi.edu.co::f9589f89-be89-41ca-867c-0eea0e3eedee" providerId="AD" clId="Web-{4E16A0D9-AE26-A220-997F-3B382D61032D}" dt="2026-09-10T20:47:07.551" v="97" actId="1076"/>
          <ac:spMkLst>
            <pc:docMk/>
            <pc:sldMk cId="0" sldId="257"/>
            <ac:spMk id="3" creationId="{00000000-0000-0000-0000-000000000000}"/>
          </ac:spMkLst>
        </pc:spChg>
        <pc:spChg chg="add">
          <ac:chgData name="Diana Jaimes Fuentes" userId="S::52968092@u.icesi.edu.co::f9589f89-be89-41ca-867c-0eea0e3eedee" providerId="AD" clId="Web-{4E16A0D9-AE26-A220-997F-3B382D61032D}" dt="2026-09-10T20:45:34.001" v="79"/>
          <ac:spMkLst>
            <pc:docMk/>
            <pc:sldMk cId="0" sldId="257"/>
            <ac:spMk id="16" creationId="{83D8696B-E1D4-BFEF-54E8-7FFEF6E2DBC1}"/>
          </ac:spMkLst>
        </pc:spChg>
        <pc:spChg chg="add">
          <ac:chgData name="Diana Jaimes Fuentes" userId="S::52968092@u.icesi.edu.co::f9589f89-be89-41ca-867c-0eea0e3eedee" providerId="AD" clId="Web-{4E16A0D9-AE26-A220-997F-3B382D61032D}" dt="2026-09-10T20:45:51.970" v="82"/>
          <ac:spMkLst>
            <pc:docMk/>
            <pc:sldMk cId="0" sldId="257"/>
            <ac:spMk id="18" creationId="{B131D820-CE39-8F7C-E224-23257F5DA0C1}"/>
          </ac:spMkLst>
        </pc:spChg>
        <pc:picChg chg="add mod">
          <ac:chgData name="Diana Jaimes Fuentes" userId="S::52968092@u.icesi.edu.co::f9589f89-be89-41ca-867c-0eea0e3eedee" providerId="AD" clId="Web-{4E16A0D9-AE26-A220-997F-3B382D61032D}" dt="2026-09-10T20:45:41.142" v="81" actId="1076"/>
          <ac:picMkLst>
            <pc:docMk/>
            <pc:sldMk cId="0" sldId="257"/>
            <ac:picMk id="17" creationId="{B2638244-ECE3-E170-C9ED-BCBFD27E1E72}"/>
          </ac:picMkLst>
        </pc:picChg>
      </pc:sldChg>
      <pc:sldChg chg="addSp delSp modSp">
        <pc:chgData name="Diana Jaimes Fuentes" userId="S::52968092@u.icesi.edu.co::f9589f89-be89-41ca-867c-0eea0e3eedee" providerId="AD" clId="Web-{4E16A0D9-AE26-A220-997F-3B382D61032D}" dt="2026-09-10T20:47:02.785" v="96" actId="1076"/>
        <pc:sldMkLst>
          <pc:docMk/>
          <pc:sldMk cId="0" sldId="258"/>
        </pc:sldMkLst>
        <pc:spChg chg="mod ord">
          <ac:chgData name="Diana Jaimes Fuentes" userId="S::52968092@u.icesi.edu.co::f9589f89-be89-41ca-867c-0eea0e3eedee" providerId="AD" clId="Web-{4E16A0D9-AE26-A220-997F-3B382D61032D}" dt="2026-09-10T20:47:02.785" v="96" actId="1076"/>
          <ac:spMkLst>
            <pc:docMk/>
            <pc:sldMk cId="0" sldId="258"/>
            <ac:spMk id="3" creationId="{00000000-0000-0000-0000-000000000000}"/>
          </ac:spMkLst>
        </pc:spChg>
        <pc:spChg chg="ord">
          <ac:chgData name="Diana Jaimes Fuentes" userId="S::52968092@u.icesi.edu.co::f9589f89-be89-41ca-867c-0eea0e3eedee" providerId="AD" clId="Web-{4E16A0D9-AE26-A220-997F-3B382D61032D}" dt="2026-09-10T20:46:58.160" v="94"/>
          <ac:spMkLst>
            <pc:docMk/>
            <pc:sldMk cId="0" sldId="258"/>
            <ac:spMk id="4" creationId="{00000000-0000-0000-0000-000000000000}"/>
          </ac:spMkLst>
        </pc:spChg>
        <pc:spChg chg="add">
          <ac:chgData name="Diana Jaimes Fuentes" userId="S::52968092@u.icesi.edu.co::f9589f89-be89-41ca-867c-0eea0e3eedee" providerId="AD" clId="Web-{4E16A0D9-AE26-A220-997F-3B382D61032D}" dt="2026-09-10T20:46:35.300" v="86"/>
          <ac:spMkLst>
            <pc:docMk/>
            <pc:sldMk cId="0" sldId="258"/>
            <ac:spMk id="18" creationId="{62B88CAA-7D5A-3BD7-8E62-307CEE84FA3F}"/>
          </ac:spMkLst>
        </pc:spChg>
        <pc:spChg chg="add del mod">
          <ac:chgData name="Diana Jaimes Fuentes" userId="S::52968092@u.icesi.edu.co::f9589f89-be89-41ca-867c-0eea0e3eedee" providerId="AD" clId="Web-{4E16A0D9-AE26-A220-997F-3B382D61032D}" dt="2026-09-10T20:46:49.613" v="91"/>
          <ac:spMkLst>
            <pc:docMk/>
            <pc:sldMk cId="0" sldId="258"/>
            <ac:spMk id="22" creationId="{9DE8399D-1729-80D5-8440-3CBC8AA54F00}"/>
          </ac:spMkLst>
        </pc:spChg>
        <pc:spChg chg="add">
          <ac:chgData name="Diana Jaimes Fuentes" userId="S::52968092@u.icesi.edu.co::f9589f89-be89-41ca-867c-0eea0e3eedee" providerId="AD" clId="Web-{4E16A0D9-AE26-A220-997F-3B382D61032D}" dt="2026-09-10T20:46:50.691" v="92"/>
          <ac:spMkLst>
            <pc:docMk/>
            <pc:sldMk cId="0" sldId="258"/>
            <ac:spMk id="24" creationId="{A63E4FDA-D307-07FD-2BDD-07F3A071D52B}"/>
          </ac:spMkLst>
        </pc:spChg>
        <pc:picChg chg="add">
          <ac:chgData name="Diana Jaimes Fuentes" userId="S::52968092@u.icesi.edu.co::f9589f89-be89-41ca-867c-0eea0e3eedee" providerId="AD" clId="Web-{4E16A0D9-AE26-A220-997F-3B382D61032D}" dt="2026-09-10T20:46:35.331" v="87"/>
          <ac:picMkLst>
            <pc:docMk/>
            <pc:sldMk cId="0" sldId="258"/>
            <ac:picMk id="20" creationId="{52418AAC-F390-4A12-4BA7-E2D4A7036E0E}"/>
          </ac:picMkLst>
        </pc:picChg>
      </pc:sldChg>
      <pc:sldChg chg="del">
        <pc:chgData name="Diana Jaimes Fuentes" userId="S::52968092@u.icesi.edu.co::f9589f89-be89-41ca-867c-0eea0e3eedee" providerId="AD" clId="Web-{4E16A0D9-AE26-A220-997F-3B382D61032D}" dt="2026-09-10T15:21:30.621" v="2"/>
        <pc:sldMkLst>
          <pc:docMk/>
          <pc:sldMk cId="0" sldId="259"/>
        </pc:sldMkLst>
      </pc:sldChg>
      <pc:sldChg chg="del">
        <pc:chgData name="Diana Jaimes Fuentes" userId="S::52968092@u.icesi.edu.co::f9589f89-be89-41ca-867c-0eea0e3eedee" providerId="AD" clId="Web-{4E16A0D9-AE26-A220-997F-3B382D61032D}" dt="2026-09-10T16:05:30.213" v="13"/>
        <pc:sldMkLst>
          <pc:docMk/>
          <pc:sldMk cId="0" sldId="260"/>
        </pc:sldMkLst>
      </pc:sldChg>
      <pc:sldChg chg="addSp delSp modSp">
        <pc:chgData name="Diana Jaimes Fuentes" userId="S::52968092@u.icesi.edu.co::f9589f89-be89-41ca-867c-0eea0e3eedee" providerId="AD" clId="Web-{4E16A0D9-AE26-A220-997F-3B382D61032D}" dt="2026-09-10T20:51:04.044" v="183" actId="1076"/>
        <pc:sldMkLst>
          <pc:docMk/>
          <pc:sldMk cId="0" sldId="261"/>
        </pc:sldMkLst>
        <pc:spChg chg="del">
          <ac:chgData name="Diana Jaimes Fuentes" userId="S::52968092@u.icesi.edu.co::f9589f89-be89-41ca-867c-0eea0e3eedee" providerId="AD" clId="Web-{4E16A0D9-AE26-A220-997F-3B382D61032D}" dt="2026-09-10T16:09:03.251" v="31"/>
          <ac:spMkLst>
            <pc:docMk/>
            <pc:sldMk cId="0" sldId="261"/>
            <ac:spMk id="2" creationId="{00000000-0000-0000-0000-000000000000}"/>
          </ac:spMkLst>
        </pc:spChg>
        <pc:spChg chg="del">
          <ac:chgData name="Diana Jaimes Fuentes" userId="S::52968092@u.icesi.edu.co::f9589f89-be89-41ca-867c-0eea0e3eedee" providerId="AD" clId="Web-{4E16A0D9-AE26-A220-997F-3B382D61032D}" dt="2026-09-10T16:09:03.235" v="30"/>
          <ac:spMkLst>
            <pc:docMk/>
            <pc:sldMk cId="0" sldId="261"/>
            <ac:spMk id="3" creationId="{00000000-0000-0000-0000-000000000000}"/>
          </ac:spMkLst>
        </pc:spChg>
        <pc:spChg chg="add mod">
          <ac:chgData name="Diana Jaimes Fuentes" userId="S::52968092@u.icesi.edu.co::f9589f89-be89-41ca-867c-0eea0e3eedee" providerId="AD" clId="Web-{4E16A0D9-AE26-A220-997F-3B382D61032D}" dt="2026-09-10T20:50:36.136" v="163" actId="1076"/>
          <ac:spMkLst>
            <pc:docMk/>
            <pc:sldMk cId="0" sldId="261"/>
            <ac:spMk id="3" creationId="{7C5F86CC-9649-97A3-54B3-88C9190E0EDF}"/>
          </ac:spMkLst>
        </pc:spChg>
        <pc:spChg chg="del">
          <ac:chgData name="Diana Jaimes Fuentes" userId="S::52968092@u.icesi.edu.co::f9589f89-be89-41ca-867c-0eea0e3eedee" providerId="AD" clId="Web-{4E16A0D9-AE26-A220-997F-3B382D61032D}" dt="2026-09-10T16:09:03.235" v="29"/>
          <ac:spMkLst>
            <pc:docMk/>
            <pc:sldMk cId="0" sldId="261"/>
            <ac:spMk id="4" creationId="{00000000-0000-0000-0000-000000000000}"/>
          </ac:spMkLst>
        </pc:spChg>
        <pc:spChg chg="del">
          <ac:chgData name="Diana Jaimes Fuentes" userId="S::52968092@u.icesi.edu.co::f9589f89-be89-41ca-867c-0eea0e3eedee" providerId="AD" clId="Web-{4E16A0D9-AE26-A220-997F-3B382D61032D}" dt="2026-09-10T16:09:03.235" v="28"/>
          <ac:spMkLst>
            <pc:docMk/>
            <pc:sldMk cId="0" sldId="261"/>
            <ac:spMk id="5" creationId="{00000000-0000-0000-0000-000000000000}"/>
          </ac:spMkLst>
        </pc:spChg>
        <pc:spChg chg="del">
          <ac:chgData name="Diana Jaimes Fuentes" userId="S::52968092@u.icesi.edu.co::f9589f89-be89-41ca-867c-0eea0e3eedee" providerId="AD" clId="Web-{4E16A0D9-AE26-A220-997F-3B382D61032D}" dt="2026-09-10T16:09:03.235" v="27"/>
          <ac:spMkLst>
            <pc:docMk/>
            <pc:sldMk cId="0" sldId="261"/>
            <ac:spMk id="6" creationId="{00000000-0000-0000-0000-000000000000}"/>
          </ac:spMkLst>
        </pc:spChg>
        <pc:spChg chg="del">
          <ac:chgData name="Diana Jaimes Fuentes" userId="S::52968092@u.icesi.edu.co::f9589f89-be89-41ca-867c-0eea0e3eedee" providerId="AD" clId="Web-{4E16A0D9-AE26-A220-997F-3B382D61032D}" dt="2026-09-10T16:09:03.235" v="26"/>
          <ac:spMkLst>
            <pc:docMk/>
            <pc:sldMk cId="0" sldId="261"/>
            <ac:spMk id="7" creationId="{00000000-0000-0000-0000-000000000000}"/>
          </ac:spMkLst>
        </pc:spChg>
        <pc:spChg chg="add">
          <ac:chgData name="Diana Jaimes Fuentes" userId="S::52968092@u.icesi.edu.co::f9589f89-be89-41ca-867c-0eea0e3eedee" providerId="AD" clId="Web-{4E16A0D9-AE26-A220-997F-3B382D61032D}" dt="2026-09-10T20:47:27.942" v="106"/>
          <ac:spMkLst>
            <pc:docMk/>
            <pc:sldMk cId="0" sldId="261"/>
            <ac:spMk id="7" creationId="{D4485070-785F-D031-2F62-78361736F4F0}"/>
          </ac:spMkLst>
        </pc:spChg>
        <pc:spChg chg="del">
          <ac:chgData name="Diana Jaimes Fuentes" userId="S::52968092@u.icesi.edu.co::f9589f89-be89-41ca-867c-0eea0e3eedee" providerId="AD" clId="Web-{4E16A0D9-AE26-A220-997F-3B382D61032D}" dt="2026-09-10T16:09:03.235" v="25"/>
          <ac:spMkLst>
            <pc:docMk/>
            <pc:sldMk cId="0" sldId="261"/>
            <ac:spMk id="8" creationId="{00000000-0000-0000-0000-000000000000}"/>
          </ac:spMkLst>
        </pc:spChg>
        <pc:spChg chg="del">
          <ac:chgData name="Diana Jaimes Fuentes" userId="S::52968092@u.icesi.edu.co::f9589f89-be89-41ca-867c-0eea0e3eedee" providerId="AD" clId="Web-{4E16A0D9-AE26-A220-997F-3B382D61032D}" dt="2026-09-10T16:09:03.235" v="24"/>
          <ac:spMkLst>
            <pc:docMk/>
            <pc:sldMk cId="0" sldId="261"/>
            <ac:spMk id="9" creationId="{00000000-0000-0000-0000-000000000000}"/>
          </ac:spMkLst>
        </pc:spChg>
        <pc:spChg chg="del">
          <ac:chgData name="Diana Jaimes Fuentes" userId="S::52968092@u.icesi.edu.co::f9589f89-be89-41ca-867c-0eea0e3eedee" providerId="AD" clId="Web-{4E16A0D9-AE26-A220-997F-3B382D61032D}" dt="2026-09-10T16:09:03.235" v="23"/>
          <ac:spMkLst>
            <pc:docMk/>
            <pc:sldMk cId="0" sldId="261"/>
            <ac:spMk id="10" creationId="{00000000-0000-0000-0000-000000000000}"/>
          </ac:spMkLst>
        </pc:spChg>
        <pc:spChg chg="del">
          <ac:chgData name="Diana Jaimes Fuentes" userId="S::52968092@u.icesi.edu.co::f9589f89-be89-41ca-867c-0eea0e3eedee" providerId="AD" clId="Web-{4E16A0D9-AE26-A220-997F-3B382D61032D}" dt="2026-09-10T16:09:03.235" v="22"/>
          <ac:spMkLst>
            <pc:docMk/>
            <pc:sldMk cId="0" sldId="261"/>
            <ac:spMk id="11" creationId="{00000000-0000-0000-0000-000000000000}"/>
          </ac:spMkLst>
        </pc:spChg>
        <pc:spChg chg="del">
          <ac:chgData name="Diana Jaimes Fuentes" userId="S::52968092@u.icesi.edu.co::f9589f89-be89-41ca-867c-0eea0e3eedee" providerId="AD" clId="Web-{4E16A0D9-AE26-A220-997F-3B382D61032D}" dt="2026-09-10T16:09:03.235" v="21"/>
          <ac:spMkLst>
            <pc:docMk/>
            <pc:sldMk cId="0" sldId="261"/>
            <ac:spMk id="12" creationId="{00000000-0000-0000-0000-000000000000}"/>
          </ac:spMkLst>
        </pc:spChg>
        <pc:spChg chg="del">
          <ac:chgData name="Diana Jaimes Fuentes" userId="S::52968092@u.icesi.edu.co::f9589f89-be89-41ca-867c-0eea0e3eedee" providerId="AD" clId="Web-{4E16A0D9-AE26-A220-997F-3B382D61032D}" dt="2026-09-10T16:09:03.235" v="20"/>
          <ac:spMkLst>
            <pc:docMk/>
            <pc:sldMk cId="0" sldId="261"/>
            <ac:spMk id="13" creationId="{00000000-0000-0000-0000-000000000000}"/>
          </ac:spMkLst>
        </pc:spChg>
        <pc:spChg chg="del">
          <ac:chgData name="Diana Jaimes Fuentes" userId="S::52968092@u.icesi.edu.co::f9589f89-be89-41ca-867c-0eea0e3eedee" providerId="AD" clId="Web-{4E16A0D9-AE26-A220-997F-3B382D61032D}" dt="2026-09-10T16:09:03.235" v="19"/>
          <ac:spMkLst>
            <pc:docMk/>
            <pc:sldMk cId="0" sldId="261"/>
            <ac:spMk id="14" creationId="{00000000-0000-0000-0000-000000000000}"/>
          </ac:spMkLst>
        </pc:spChg>
        <pc:spChg chg="del">
          <ac:chgData name="Diana Jaimes Fuentes" userId="S::52968092@u.icesi.edu.co::f9589f89-be89-41ca-867c-0eea0e3eedee" providerId="AD" clId="Web-{4E16A0D9-AE26-A220-997F-3B382D61032D}" dt="2026-09-10T16:09:03.235" v="18"/>
          <ac:spMkLst>
            <pc:docMk/>
            <pc:sldMk cId="0" sldId="261"/>
            <ac:spMk id="15" creationId="{00000000-0000-0000-0000-000000000000}"/>
          </ac:spMkLst>
        </pc:spChg>
        <pc:spChg chg="del">
          <ac:chgData name="Diana Jaimes Fuentes" userId="S::52968092@u.icesi.edu.co::f9589f89-be89-41ca-867c-0eea0e3eedee" providerId="AD" clId="Web-{4E16A0D9-AE26-A220-997F-3B382D61032D}" dt="2026-09-10T16:09:03.235" v="17"/>
          <ac:spMkLst>
            <pc:docMk/>
            <pc:sldMk cId="0" sldId="261"/>
            <ac:spMk id="16" creationId="{00000000-0000-0000-0000-000000000000}"/>
          </ac:spMkLst>
        </pc:spChg>
        <pc:spChg chg="del">
          <ac:chgData name="Diana Jaimes Fuentes" userId="S::52968092@u.icesi.edu.co::f9589f89-be89-41ca-867c-0eea0e3eedee" providerId="AD" clId="Web-{4E16A0D9-AE26-A220-997F-3B382D61032D}" dt="2026-09-10T16:09:03.235" v="16"/>
          <ac:spMkLst>
            <pc:docMk/>
            <pc:sldMk cId="0" sldId="261"/>
            <ac:spMk id="17" creationId="{00000000-0000-0000-0000-000000000000}"/>
          </ac:spMkLst>
        </pc:spChg>
        <pc:spChg chg="del">
          <ac:chgData name="Diana Jaimes Fuentes" userId="S::52968092@u.icesi.edu.co::f9589f89-be89-41ca-867c-0eea0e3eedee" providerId="AD" clId="Web-{4E16A0D9-AE26-A220-997F-3B382D61032D}" dt="2026-09-10T16:09:03.235" v="15"/>
          <ac:spMkLst>
            <pc:docMk/>
            <pc:sldMk cId="0" sldId="261"/>
            <ac:spMk id="18" creationId="{00000000-0000-0000-0000-000000000000}"/>
          </ac:spMkLst>
        </pc:spChg>
        <pc:spChg chg="del">
          <ac:chgData name="Diana Jaimes Fuentes" userId="S::52968092@u.icesi.edu.co::f9589f89-be89-41ca-867c-0eea0e3eedee" providerId="AD" clId="Web-{4E16A0D9-AE26-A220-997F-3B382D61032D}" dt="2026-09-10T16:09:03.235" v="14"/>
          <ac:spMkLst>
            <pc:docMk/>
            <pc:sldMk cId="0" sldId="261"/>
            <ac:spMk id="19" creationId="{00000000-0000-0000-0000-000000000000}"/>
          </ac:spMkLst>
        </pc:spChg>
        <pc:spChg chg="mod ord">
          <ac:chgData name="Diana Jaimes Fuentes" userId="S::52968092@u.icesi.edu.co::f9589f89-be89-41ca-867c-0eea0e3eedee" providerId="AD" clId="Web-{4E16A0D9-AE26-A220-997F-3B382D61032D}" dt="2026-09-10T20:51:04.044" v="183" actId="1076"/>
          <ac:spMkLst>
            <pc:docMk/>
            <pc:sldMk cId="0" sldId="261"/>
            <ac:spMk id="20" creationId="{F7C03BAE-DBE9-9C33-2ADF-FA412E374EEE}"/>
          </ac:spMkLst>
        </pc:spChg>
        <pc:spChg chg="add mod">
          <ac:chgData name="Diana Jaimes Fuentes" userId="S::52968092@u.icesi.edu.co::f9589f89-be89-41ca-867c-0eea0e3eedee" providerId="AD" clId="Web-{4E16A0D9-AE26-A220-997F-3B382D61032D}" dt="2026-09-10T20:51:00.262" v="182" actId="20577"/>
          <ac:spMkLst>
            <pc:docMk/>
            <pc:sldMk cId="0" sldId="261"/>
            <ac:spMk id="21" creationId="{C95598DA-C2EF-CC5E-6205-5F7894F8D7C8}"/>
          </ac:spMkLst>
        </pc:spChg>
        <pc:spChg chg="mod">
          <ac:chgData name="Diana Jaimes Fuentes" userId="S::52968092@u.icesi.edu.co::f9589f89-be89-41ca-867c-0eea0e3eedee" providerId="AD" clId="Web-{4E16A0D9-AE26-A220-997F-3B382D61032D}" dt="2026-09-10T20:50:42.793" v="164" actId="1076"/>
          <ac:spMkLst>
            <pc:docMk/>
            <pc:sldMk cId="0" sldId="261"/>
            <ac:spMk id="22" creationId="{6F23A10B-1446-C44C-DB3F-4BCC0E64DEBC}"/>
          </ac:spMkLst>
        </pc:spChg>
        <pc:spChg chg="add del mod">
          <ac:chgData name="Diana Jaimes Fuentes" userId="S::52968092@u.icesi.edu.co::f9589f89-be89-41ca-867c-0eea0e3eedee" providerId="AD" clId="Web-{4E16A0D9-AE26-A220-997F-3B382D61032D}" dt="2026-09-10T20:50:42.824" v="165" actId="1076"/>
          <ac:spMkLst>
            <pc:docMk/>
            <pc:sldMk cId="0" sldId="261"/>
            <ac:spMk id="23" creationId="{EC55C91E-8800-DF3F-32C5-11BF630D930D}"/>
          </ac:spMkLst>
        </pc:spChg>
        <pc:spChg chg="add mod">
          <ac:chgData name="Diana Jaimes Fuentes" userId="S::52968092@u.icesi.edu.co::f9589f89-be89-41ca-867c-0eea0e3eedee" providerId="AD" clId="Web-{4E16A0D9-AE26-A220-997F-3B382D61032D}" dt="2026-09-10T20:50:42.840" v="166" actId="1076"/>
          <ac:spMkLst>
            <pc:docMk/>
            <pc:sldMk cId="0" sldId="261"/>
            <ac:spMk id="24" creationId="{2E9E5B74-537C-64C4-8352-E8FB85258959}"/>
          </ac:spMkLst>
        </pc:spChg>
        <pc:spChg chg="mod">
          <ac:chgData name="Diana Jaimes Fuentes" userId="S::52968092@u.icesi.edu.co::f9589f89-be89-41ca-867c-0eea0e3eedee" providerId="AD" clId="Web-{4E16A0D9-AE26-A220-997F-3B382D61032D}" dt="2026-09-10T20:50:42.855" v="167" actId="1076"/>
          <ac:spMkLst>
            <pc:docMk/>
            <pc:sldMk cId="0" sldId="261"/>
            <ac:spMk id="25" creationId="{C47F88F8-B391-84F2-4A78-5C4FF66363A6}"/>
          </ac:spMkLst>
        </pc:spChg>
        <pc:spChg chg="add mod">
          <ac:chgData name="Diana Jaimes Fuentes" userId="S::52968092@u.icesi.edu.co::f9589f89-be89-41ca-867c-0eea0e3eedee" providerId="AD" clId="Web-{4E16A0D9-AE26-A220-997F-3B382D61032D}" dt="2026-09-10T20:50:42.887" v="168" actId="1076"/>
          <ac:spMkLst>
            <pc:docMk/>
            <pc:sldMk cId="0" sldId="261"/>
            <ac:spMk id="26" creationId="{F1739A28-3485-951B-914D-96CA2BF71003}"/>
          </ac:spMkLst>
        </pc:spChg>
        <pc:spChg chg="mod">
          <ac:chgData name="Diana Jaimes Fuentes" userId="S::52968092@u.icesi.edu.co::f9589f89-be89-41ca-867c-0eea0e3eedee" providerId="AD" clId="Web-{4E16A0D9-AE26-A220-997F-3B382D61032D}" dt="2026-09-10T20:50:42.902" v="169" actId="1076"/>
          <ac:spMkLst>
            <pc:docMk/>
            <pc:sldMk cId="0" sldId="261"/>
            <ac:spMk id="27" creationId="{8B6101A4-0643-12AF-72AE-D0639DBDF88D}"/>
          </ac:spMkLst>
        </pc:spChg>
        <pc:spChg chg="add mod">
          <ac:chgData name="Diana Jaimes Fuentes" userId="S::52968092@u.icesi.edu.co::f9589f89-be89-41ca-867c-0eea0e3eedee" providerId="AD" clId="Web-{4E16A0D9-AE26-A220-997F-3B382D61032D}" dt="2026-09-10T20:50:42.918" v="170" actId="1076"/>
          <ac:spMkLst>
            <pc:docMk/>
            <pc:sldMk cId="0" sldId="261"/>
            <ac:spMk id="28" creationId="{399997B3-A4D6-4F53-1A32-76085A3B13F7}"/>
          </ac:spMkLst>
        </pc:spChg>
        <pc:spChg chg="add mod">
          <ac:chgData name="Diana Jaimes Fuentes" userId="S::52968092@u.icesi.edu.co::f9589f89-be89-41ca-867c-0eea0e3eedee" providerId="AD" clId="Web-{4E16A0D9-AE26-A220-997F-3B382D61032D}" dt="2026-09-10T20:50:42.934" v="171" actId="1076"/>
          <ac:spMkLst>
            <pc:docMk/>
            <pc:sldMk cId="0" sldId="261"/>
            <ac:spMk id="29" creationId="{F42A4034-8380-4EDA-5D72-607CABAEF0A6}"/>
          </ac:spMkLst>
        </pc:spChg>
        <pc:spChg chg="add mod">
          <ac:chgData name="Diana Jaimes Fuentes" userId="S::52968092@u.icesi.edu.co::f9589f89-be89-41ca-867c-0eea0e3eedee" providerId="AD" clId="Web-{4E16A0D9-AE26-A220-997F-3B382D61032D}" dt="2026-09-10T20:50:42.949" v="172" actId="1076"/>
          <ac:spMkLst>
            <pc:docMk/>
            <pc:sldMk cId="0" sldId="261"/>
            <ac:spMk id="30" creationId="{A695D3D9-E3B7-6DB9-B143-AD88A93637A1}"/>
          </ac:spMkLst>
        </pc:spChg>
        <pc:spChg chg="add mod">
          <ac:chgData name="Diana Jaimes Fuentes" userId="S::52968092@u.icesi.edu.co::f9589f89-be89-41ca-867c-0eea0e3eedee" providerId="AD" clId="Web-{4E16A0D9-AE26-A220-997F-3B382D61032D}" dt="2026-09-10T20:50:42.965" v="173" actId="1076"/>
          <ac:spMkLst>
            <pc:docMk/>
            <pc:sldMk cId="0" sldId="261"/>
            <ac:spMk id="31" creationId="{A96AE25D-8295-A1EB-EE34-26A6CE49D34D}"/>
          </ac:spMkLst>
        </pc:spChg>
        <pc:spChg chg="add mod">
          <ac:chgData name="Diana Jaimes Fuentes" userId="S::52968092@u.icesi.edu.co::f9589f89-be89-41ca-867c-0eea0e3eedee" providerId="AD" clId="Web-{4E16A0D9-AE26-A220-997F-3B382D61032D}" dt="2026-09-10T20:50:42.980" v="174" actId="1076"/>
          <ac:spMkLst>
            <pc:docMk/>
            <pc:sldMk cId="0" sldId="261"/>
            <ac:spMk id="32" creationId="{E425CD9C-6A91-91B1-C345-909C1AAFB21F}"/>
          </ac:spMkLst>
        </pc:spChg>
        <pc:spChg chg="add mod">
          <ac:chgData name="Diana Jaimes Fuentes" userId="S::52968092@u.icesi.edu.co::f9589f89-be89-41ca-867c-0eea0e3eedee" providerId="AD" clId="Web-{4E16A0D9-AE26-A220-997F-3B382D61032D}" dt="2026-09-10T20:50:43.012" v="175" actId="1076"/>
          <ac:spMkLst>
            <pc:docMk/>
            <pc:sldMk cId="0" sldId="261"/>
            <ac:spMk id="33" creationId="{405766DB-0633-A60F-261C-3198AF5EAFAC}"/>
          </ac:spMkLst>
        </pc:spChg>
        <pc:spChg chg="add mod">
          <ac:chgData name="Diana Jaimes Fuentes" userId="S::52968092@u.icesi.edu.co::f9589f89-be89-41ca-867c-0eea0e3eedee" providerId="AD" clId="Web-{4E16A0D9-AE26-A220-997F-3B382D61032D}" dt="2026-09-10T20:50:43.027" v="176" actId="1076"/>
          <ac:spMkLst>
            <pc:docMk/>
            <pc:sldMk cId="0" sldId="261"/>
            <ac:spMk id="34" creationId="{4A7CABAE-8967-8A95-D3C1-D639D7479B6E}"/>
          </ac:spMkLst>
        </pc:spChg>
        <pc:spChg chg="add mod">
          <ac:chgData name="Diana Jaimes Fuentes" userId="S::52968092@u.icesi.edu.co::f9589f89-be89-41ca-867c-0eea0e3eedee" providerId="AD" clId="Web-{4E16A0D9-AE26-A220-997F-3B382D61032D}" dt="2026-09-10T20:50:43.043" v="177" actId="1076"/>
          <ac:spMkLst>
            <pc:docMk/>
            <pc:sldMk cId="0" sldId="261"/>
            <ac:spMk id="35" creationId="{F6696B55-064E-BF23-9B35-F9AD4AA4E895}"/>
          </ac:spMkLst>
        </pc:spChg>
        <pc:spChg chg="add mod">
          <ac:chgData name="Diana Jaimes Fuentes" userId="S::52968092@u.icesi.edu.co::f9589f89-be89-41ca-867c-0eea0e3eedee" providerId="AD" clId="Web-{4E16A0D9-AE26-A220-997F-3B382D61032D}" dt="2026-09-10T20:50:43.059" v="178" actId="1076"/>
          <ac:spMkLst>
            <pc:docMk/>
            <pc:sldMk cId="0" sldId="261"/>
            <ac:spMk id="36" creationId="{FF6B8476-4204-FB81-B467-B026BA486B32}"/>
          </ac:spMkLst>
        </pc:spChg>
        <pc:spChg chg="add mod">
          <ac:chgData name="Diana Jaimes Fuentes" userId="S::52968092@u.icesi.edu.co::f9589f89-be89-41ca-867c-0eea0e3eedee" providerId="AD" clId="Web-{4E16A0D9-AE26-A220-997F-3B382D61032D}" dt="2026-09-10T20:50:43.074" v="179" actId="1076"/>
          <ac:spMkLst>
            <pc:docMk/>
            <pc:sldMk cId="0" sldId="261"/>
            <ac:spMk id="37" creationId="{74A7CDBD-7603-C635-2985-5EE195890E1F}"/>
          </ac:spMkLst>
        </pc:spChg>
        <pc:picChg chg="add">
          <ac:chgData name="Diana Jaimes Fuentes" userId="S::52968092@u.icesi.edu.co::f9589f89-be89-41ca-867c-0eea0e3eedee" providerId="AD" clId="Web-{4E16A0D9-AE26-A220-997F-3B382D61032D}" dt="2026-09-10T20:47:27.927" v="105"/>
          <ac:picMkLst>
            <pc:docMk/>
            <pc:sldMk cId="0" sldId="261"/>
            <ac:picMk id="5" creationId="{99E3A8F1-A297-4864-70F9-853E9D3EA45A}"/>
          </ac:picMkLst>
        </pc:picChg>
      </pc:sldChg>
      <pc:sldChg chg="modSp del">
        <pc:chgData name="Diana Jaimes Fuentes" userId="S::52968092@u.icesi.edu.co::f9589f89-be89-41ca-867c-0eea0e3eedee" providerId="AD" clId="Web-{4E16A0D9-AE26-A220-997F-3B382D61032D}" dt="2026-09-10T20:34:15.633" v="77"/>
        <pc:sldMkLst>
          <pc:docMk/>
          <pc:sldMk cId="0" sldId="262"/>
        </pc:sldMkLst>
        <pc:spChg chg="mod">
          <ac:chgData name="Diana Jaimes Fuentes" userId="S::52968092@u.icesi.edu.co::f9589f89-be89-41ca-867c-0eea0e3eedee" providerId="AD" clId="Web-{4E16A0D9-AE26-A220-997F-3B382D61032D}" dt="2026-09-10T16:54:04.506" v="52" actId="20577"/>
          <ac:spMkLst>
            <pc:docMk/>
            <pc:sldMk cId="0" sldId="262"/>
            <ac:spMk id="3" creationId="{00000000-0000-0000-0000-000000000000}"/>
          </ac:spMkLst>
        </pc:spChg>
      </pc:sldChg>
      <pc:sldChg chg="del">
        <pc:chgData name="Diana Jaimes Fuentes" userId="S::52968092@u.icesi.edu.co::f9589f89-be89-41ca-867c-0eea0e3eedee" providerId="AD" clId="Web-{4E16A0D9-AE26-A220-997F-3B382D61032D}" dt="2026-09-10T20:34:20.039" v="78"/>
        <pc:sldMkLst>
          <pc:docMk/>
          <pc:sldMk cId="0" sldId="263"/>
        </pc:sldMkLst>
      </pc:sldChg>
      <pc:sldChg chg="addSp delSp modSp">
        <pc:chgData name="Diana Jaimes Fuentes" userId="S::52968092@u.icesi.edu.co::f9589f89-be89-41ca-867c-0eea0e3eedee" providerId="AD" clId="Web-{4E16A0D9-AE26-A220-997F-3B382D61032D}" dt="2026-09-11T02:14:10.195" v="429"/>
        <pc:sldMkLst>
          <pc:docMk/>
          <pc:sldMk cId="0" sldId="264"/>
        </pc:sldMkLst>
        <pc:spChg chg="del">
          <ac:chgData name="Diana Jaimes Fuentes" userId="S::52968092@u.icesi.edu.co::f9589f89-be89-41ca-867c-0eea0e3eedee" providerId="AD" clId="Web-{4E16A0D9-AE26-A220-997F-3B382D61032D}" dt="2026-09-10T20:52:55.766" v="271"/>
          <ac:spMkLst>
            <pc:docMk/>
            <pc:sldMk cId="0" sldId="264"/>
            <ac:spMk id="3" creationId="{00000000-0000-0000-0000-000000000000}"/>
          </ac:spMkLst>
        </pc:spChg>
        <pc:spChg chg="del">
          <ac:chgData name="Diana Jaimes Fuentes" userId="S::52968092@u.icesi.edu.co::f9589f89-be89-41ca-867c-0eea0e3eedee" providerId="AD" clId="Web-{4E16A0D9-AE26-A220-997F-3B382D61032D}" dt="2026-09-10T20:52:52.501" v="270"/>
          <ac:spMkLst>
            <pc:docMk/>
            <pc:sldMk cId="0" sldId="264"/>
            <ac:spMk id="4" creationId="{00000000-0000-0000-0000-000000000000}"/>
          </ac:spMkLst>
        </pc:spChg>
        <pc:spChg chg="del">
          <ac:chgData name="Diana Jaimes Fuentes" userId="S::52968092@u.icesi.edu.co::f9589f89-be89-41ca-867c-0eea0e3eedee" providerId="AD" clId="Web-{4E16A0D9-AE26-A220-997F-3B382D61032D}" dt="2026-09-10T20:52:52.501" v="269"/>
          <ac:spMkLst>
            <pc:docMk/>
            <pc:sldMk cId="0" sldId="264"/>
            <ac:spMk id="5" creationId="{00000000-0000-0000-0000-000000000000}"/>
          </ac:spMkLst>
        </pc:spChg>
        <pc:spChg chg="del">
          <ac:chgData name="Diana Jaimes Fuentes" userId="S::52968092@u.icesi.edu.co::f9589f89-be89-41ca-867c-0eea0e3eedee" providerId="AD" clId="Web-{4E16A0D9-AE26-A220-997F-3B382D61032D}" dt="2026-09-10T20:52:52.501" v="268"/>
          <ac:spMkLst>
            <pc:docMk/>
            <pc:sldMk cId="0" sldId="264"/>
            <ac:spMk id="6" creationId="{00000000-0000-0000-0000-000000000000}"/>
          </ac:spMkLst>
        </pc:spChg>
        <pc:spChg chg="del">
          <ac:chgData name="Diana Jaimes Fuentes" userId="S::52968092@u.icesi.edu.co::f9589f89-be89-41ca-867c-0eea0e3eedee" providerId="AD" clId="Web-{4E16A0D9-AE26-A220-997F-3B382D61032D}" dt="2026-09-10T20:52:52.501" v="267"/>
          <ac:spMkLst>
            <pc:docMk/>
            <pc:sldMk cId="0" sldId="264"/>
            <ac:spMk id="7" creationId="{00000000-0000-0000-0000-000000000000}"/>
          </ac:spMkLst>
        </pc:spChg>
        <pc:spChg chg="del">
          <ac:chgData name="Diana Jaimes Fuentes" userId="S::52968092@u.icesi.edu.co::f9589f89-be89-41ca-867c-0eea0e3eedee" providerId="AD" clId="Web-{4E16A0D9-AE26-A220-997F-3B382D61032D}" dt="2026-09-10T20:52:52.501" v="266"/>
          <ac:spMkLst>
            <pc:docMk/>
            <pc:sldMk cId="0" sldId="264"/>
            <ac:spMk id="8" creationId="{00000000-0000-0000-0000-000000000000}"/>
          </ac:spMkLst>
        </pc:spChg>
        <pc:spChg chg="del">
          <ac:chgData name="Diana Jaimes Fuentes" userId="S::52968092@u.icesi.edu.co::f9589f89-be89-41ca-867c-0eea0e3eedee" providerId="AD" clId="Web-{4E16A0D9-AE26-A220-997F-3B382D61032D}" dt="2026-09-10T20:52:52.501" v="265"/>
          <ac:spMkLst>
            <pc:docMk/>
            <pc:sldMk cId="0" sldId="264"/>
            <ac:spMk id="9" creationId="{00000000-0000-0000-0000-000000000000}"/>
          </ac:spMkLst>
        </pc:spChg>
        <pc:spChg chg="del">
          <ac:chgData name="Diana Jaimes Fuentes" userId="S::52968092@u.icesi.edu.co::f9589f89-be89-41ca-867c-0eea0e3eedee" providerId="AD" clId="Web-{4E16A0D9-AE26-A220-997F-3B382D61032D}" dt="2026-09-10T20:52:52.501" v="264"/>
          <ac:spMkLst>
            <pc:docMk/>
            <pc:sldMk cId="0" sldId="264"/>
            <ac:spMk id="10" creationId="{00000000-0000-0000-0000-000000000000}"/>
          </ac:spMkLst>
        </pc:spChg>
        <pc:spChg chg="del">
          <ac:chgData name="Diana Jaimes Fuentes" userId="S::52968092@u.icesi.edu.co::f9589f89-be89-41ca-867c-0eea0e3eedee" providerId="AD" clId="Web-{4E16A0D9-AE26-A220-997F-3B382D61032D}" dt="2026-09-10T20:52:52.501" v="263"/>
          <ac:spMkLst>
            <pc:docMk/>
            <pc:sldMk cId="0" sldId="264"/>
            <ac:spMk id="11" creationId="{00000000-0000-0000-0000-000000000000}"/>
          </ac:spMkLst>
        </pc:spChg>
        <pc:spChg chg="del">
          <ac:chgData name="Diana Jaimes Fuentes" userId="S::52968092@u.icesi.edu.co::f9589f89-be89-41ca-867c-0eea0e3eedee" providerId="AD" clId="Web-{4E16A0D9-AE26-A220-997F-3B382D61032D}" dt="2026-09-10T20:52:52.501" v="262"/>
          <ac:spMkLst>
            <pc:docMk/>
            <pc:sldMk cId="0" sldId="264"/>
            <ac:spMk id="12" creationId="{00000000-0000-0000-0000-000000000000}"/>
          </ac:spMkLst>
        </pc:spChg>
        <pc:spChg chg="del">
          <ac:chgData name="Diana Jaimes Fuentes" userId="S::52968092@u.icesi.edu.co::f9589f89-be89-41ca-867c-0eea0e3eedee" providerId="AD" clId="Web-{4E16A0D9-AE26-A220-997F-3B382D61032D}" dt="2026-09-10T20:52:52.501" v="261"/>
          <ac:spMkLst>
            <pc:docMk/>
            <pc:sldMk cId="0" sldId="264"/>
            <ac:spMk id="13" creationId="{00000000-0000-0000-0000-000000000000}"/>
          </ac:spMkLst>
        </pc:spChg>
        <pc:spChg chg="add">
          <ac:chgData name="Diana Jaimes Fuentes" userId="S::52968092@u.icesi.edu.co::f9589f89-be89-41ca-867c-0eea0e3eedee" providerId="AD" clId="Web-{4E16A0D9-AE26-A220-997F-3B382D61032D}" dt="2026-09-10T20:47:37.740" v="113"/>
          <ac:spMkLst>
            <pc:docMk/>
            <pc:sldMk cId="0" sldId="264"/>
            <ac:spMk id="15" creationId="{E160ED67-DC83-15ED-BC75-2486CCB007CC}"/>
          </ac:spMkLst>
        </pc:spChg>
        <pc:spChg chg="add">
          <ac:chgData name="Diana Jaimes Fuentes" userId="S::52968092@u.icesi.edu.co::f9589f89-be89-41ca-867c-0eea0e3eedee" providerId="AD" clId="Web-{4E16A0D9-AE26-A220-997F-3B382D61032D}" dt="2026-09-10T20:47:37.771" v="115"/>
          <ac:spMkLst>
            <pc:docMk/>
            <pc:sldMk cId="0" sldId="264"/>
            <ac:spMk id="19" creationId="{0EAB9AD2-7CAF-043D-9789-DE414A24F508}"/>
          </ac:spMkLst>
        </pc:spChg>
        <pc:spChg chg="add mod">
          <ac:chgData name="Diana Jaimes Fuentes" userId="S::52968092@u.icesi.edu.co::f9589f89-be89-41ca-867c-0eea0e3eedee" providerId="AD" clId="Web-{4E16A0D9-AE26-A220-997F-3B382D61032D}" dt="2026-09-10T20:54:15.519" v="364" actId="1076"/>
          <ac:spMkLst>
            <pc:docMk/>
            <pc:sldMk cId="0" sldId="264"/>
            <ac:spMk id="21" creationId="{AFD82950-5A2B-2611-3DB4-4FD0CDEAEC70}"/>
          </ac:spMkLst>
        </pc:spChg>
        <pc:spChg chg="add mod">
          <ac:chgData name="Diana Jaimes Fuentes" userId="S::52968092@u.icesi.edu.co::f9589f89-be89-41ca-867c-0eea0e3eedee" providerId="AD" clId="Web-{4E16A0D9-AE26-A220-997F-3B382D61032D}" dt="2026-09-10T20:54:12.238" v="363" actId="1076"/>
          <ac:spMkLst>
            <pc:docMk/>
            <pc:sldMk cId="0" sldId="264"/>
            <ac:spMk id="23" creationId="{95258995-17F6-0E21-6A24-2098794632BF}"/>
          </ac:spMkLst>
        </pc:spChg>
        <pc:spChg chg="add mod">
          <ac:chgData name="Diana Jaimes Fuentes" userId="S::52968092@u.icesi.edu.co::f9589f89-be89-41ca-867c-0eea0e3eedee" providerId="AD" clId="Web-{4E16A0D9-AE26-A220-997F-3B382D61032D}" dt="2026-09-10T20:54:07.300" v="320" actId="1076"/>
          <ac:spMkLst>
            <pc:docMk/>
            <pc:sldMk cId="0" sldId="264"/>
            <ac:spMk id="25" creationId="{7F653F6C-6700-F76D-1327-2CB67F66996E}"/>
          </ac:spMkLst>
        </pc:spChg>
        <pc:spChg chg="add mod">
          <ac:chgData name="Diana Jaimes Fuentes" userId="S::52968092@u.icesi.edu.co::f9589f89-be89-41ca-867c-0eea0e3eedee" providerId="AD" clId="Web-{4E16A0D9-AE26-A220-997F-3B382D61032D}" dt="2026-09-10T20:54:07.316" v="321" actId="1076"/>
          <ac:spMkLst>
            <pc:docMk/>
            <pc:sldMk cId="0" sldId="264"/>
            <ac:spMk id="27" creationId="{4A385984-46D5-434F-79E8-DFB926C8F621}"/>
          </ac:spMkLst>
        </pc:spChg>
        <pc:spChg chg="add mod">
          <ac:chgData name="Diana Jaimes Fuentes" userId="S::52968092@u.icesi.edu.co::f9589f89-be89-41ca-867c-0eea0e3eedee" providerId="AD" clId="Web-{4E16A0D9-AE26-A220-997F-3B382D61032D}" dt="2026-09-10T20:54:07.331" v="322" actId="1076"/>
          <ac:spMkLst>
            <pc:docMk/>
            <pc:sldMk cId="0" sldId="264"/>
            <ac:spMk id="29" creationId="{6479A23C-EFF7-323E-82AC-009F3984DC0D}"/>
          </ac:spMkLst>
        </pc:spChg>
        <pc:spChg chg="add mod">
          <ac:chgData name="Diana Jaimes Fuentes" userId="S::52968092@u.icesi.edu.co::f9589f89-be89-41ca-867c-0eea0e3eedee" providerId="AD" clId="Web-{4E16A0D9-AE26-A220-997F-3B382D61032D}" dt="2026-09-10T20:54:07.363" v="323" actId="1076"/>
          <ac:spMkLst>
            <pc:docMk/>
            <pc:sldMk cId="0" sldId="264"/>
            <ac:spMk id="31" creationId="{EFB4E94A-51D4-DE07-F0B7-4845B3DCF0E6}"/>
          </ac:spMkLst>
        </pc:spChg>
        <pc:spChg chg="add mod">
          <ac:chgData name="Diana Jaimes Fuentes" userId="S::52968092@u.icesi.edu.co::f9589f89-be89-41ca-867c-0eea0e3eedee" providerId="AD" clId="Web-{4E16A0D9-AE26-A220-997F-3B382D61032D}" dt="2026-09-10T20:54:07.378" v="324" actId="1076"/>
          <ac:spMkLst>
            <pc:docMk/>
            <pc:sldMk cId="0" sldId="264"/>
            <ac:spMk id="33" creationId="{C21A0FDC-2804-6E5F-3BAB-C548C57EA4D9}"/>
          </ac:spMkLst>
        </pc:spChg>
        <pc:spChg chg="add mod">
          <ac:chgData name="Diana Jaimes Fuentes" userId="S::52968092@u.icesi.edu.co::f9589f89-be89-41ca-867c-0eea0e3eedee" providerId="AD" clId="Web-{4E16A0D9-AE26-A220-997F-3B382D61032D}" dt="2026-09-10T20:54:07.394" v="325" actId="1076"/>
          <ac:spMkLst>
            <pc:docMk/>
            <pc:sldMk cId="0" sldId="264"/>
            <ac:spMk id="35" creationId="{DCAB505A-C40E-6429-CC6D-3D28B69E16EE}"/>
          </ac:spMkLst>
        </pc:spChg>
        <pc:spChg chg="add mod">
          <ac:chgData name="Diana Jaimes Fuentes" userId="S::52968092@u.icesi.edu.co::f9589f89-be89-41ca-867c-0eea0e3eedee" providerId="AD" clId="Web-{4E16A0D9-AE26-A220-997F-3B382D61032D}" dt="2026-09-10T20:54:07.425" v="326" actId="1076"/>
          <ac:spMkLst>
            <pc:docMk/>
            <pc:sldMk cId="0" sldId="264"/>
            <ac:spMk id="37" creationId="{73C208C7-D448-452E-2DBD-8F9497325782}"/>
          </ac:spMkLst>
        </pc:spChg>
        <pc:spChg chg="add mod">
          <ac:chgData name="Diana Jaimes Fuentes" userId="S::52968092@u.icesi.edu.co::f9589f89-be89-41ca-867c-0eea0e3eedee" providerId="AD" clId="Web-{4E16A0D9-AE26-A220-997F-3B382D61032D}" dt="2026-09-10T20:54:07.441" v="327" actId="1076"/>
          <ac:spMkLst>
            <pc:docMk/>
            <pc:sldMk cId="0" sldId="264"/>
            <ac:spMk id="39" creationId="{AC7445E3-C4DD-6441-0CC9-5041F65C8055}"/>
          </ac:spMkLst>
        </pc:spChg>
        <pc:spChg chg="add mod">
          <ac:chgData name="Diana Jaimes Fuentes" userId="S::52968092@u.icesi.edu.co::f9589f89-be89-41ca-867c-0eea0e3eedee" providerId="AD" clId="Web-{4E16A0D9-AE26-A220-997F-3B382D61032D}" dt="2026-09-10T20:54:07.456" v="328" actId="1076"/>
          <ac:spMkLst>
            <pc:docMk/>
            <pc:sldMk cId="0" sldId="264"/>
            <ac:spMk id="41" creationId="{3E533D6B-F3B7-F0EE-1EC4-20CAA449249F}"/>
          </ac:spMkLst>
        </pc:spChg>
        <pc:spChg chg="add mod">
          <ac:chgData name="Diana Jaimes Fuentes" userId="S::52968092@u.icesi.edu.co::f9589f89-be89-41ca-867c-0eea0e3eedee" providerId="AD" clId="Web-{4E16A0D9-AE26-A220-997F-3B382D61032D}" dt="2026-09-10T20:54:07.488" v="329" actId="1076"/>
          <ac:spMkLst>
            <pc:docMk/>
            <pc:sldMk cId="0" sldId="264"/>
            <ac:spMk id="43" creationId="{E79E2574-8B41-6B9A-B71E-FC81665B1674}"/>
          </ac:spMkLst>
        </pc:spChg>
        <pc:spChg chg="add mod">
          <ac:chgData name="Diana Jaimes Fuentes" userId="S::52968092@u.icesi.edu.co::f9589f89-be89-41ca-867c-0eea0e3eedee" providerId="AD" clId="Web-{4E16A0D9-AE26-A220-997F-3B382D61032D}" dt="2026-09-10T20:54:07.503" v="330" actId="1076"/>
          <ac:spMkLst>
            <pc:docMk/>
            <pc:sldMk cId="0" sldId="264"/>
            <ac:spMk id="45" creationId="{90D222D8-591D-920F-1586-757F8722873E}"/>
          </ac:spMkLst>
        </pc:spChg>
        <pc:spChg chg="add mod">
          <ac:chgData name="Diana Jaimes Fuentes" userId="S::52968092@u.icesi.edu.co::f9589f89-be89-41ca-867c-0eea0e3eedee" providerId="AD" clId="Web-{4E16A0D9-AE26-A220-997F-3B382D61032D}" dt="2026-09-10T20:54:07.519" v="331" actId="1076"/>
          <ac:spMkLst>
            <pc:docMk/>
            <pc:sldMk cId="0" sldId="264"/>
            <ac:spMk id="47" creationId="{909E4714-6D61-2B0C-5AAF-F77FC801571A}"/>
          </ac:spMkLst>
        </pc:spChg>
        <pc:spChg chg="add mod">
          <ac:chgData name="Diana Jaimes Fuentes" userId="S::52968092@u.icesi.edu.co::f9589f89-be89-41ca-867c-0eea0e3eedee" providerId="AD" clId="Web-{4E16A0D9-AE26-A220-997F-3B382D61032D}" dt="2026-09-10T20:54:07.550" v="332" actId="1076"/>
          <ac:spMkLst>
            <pc:docMk/>
            <pc:sldMk cId="0" sldId="264"/>
            <ac:spMk id="49" creationId="{9B07209E-8955-9676-6597-B9CB064B063F}"/>
          </ac:spMkLst>
        </pc:spChg>
        <pc:spChg chg="add mod">
          <ac:chgData name="Diana Jaimes Fuentes" userId="S::52968092@u.icesi.edu.co::f9589f89-be89-41ca-867c-0eea0e3eedee" providerId="AD" clId="Web-{4E16A0D9-AE26-A220-997F-3B382D61032D}" dt="2026-09-10T20:54:07.566" v="333" actId="1076"/>
          <ac:spMkLst>
            <pc:docMk/>
            <pc:sldMk cId="0" sldId="264"/>
            <ac:spMk id="51" creationId="{DE9E4E19-5F09-B8CD-06C8-38BD90112B82}"/>
          </ac:spMkLst>
        </pc:spChg>
        <pc:spChg chg="add mod">
          <ac:chgData name="Diana Jaimes Fuentes" userId="S::52968092@u.icesi.edu.co::f9589f89-be89-41ca-867c-0eea0e3eedee" providerId="AD" clId="Web-{4E16A0D9-AE26-A220-997F-3B382D61032D}" dt="2026-09-10T20:54:07.581" v="334" actId="1076"/>
          <ac:spMkLst>
            <pc:docMk/>
            <pc:sldMk cId="0" sldId="264"/>
            <ac:spMk id="53" creationId="{2B6D0218-FDB3-F91C-2089-0A6E7E7C4E9A}"/>
          </ac:spMkLst>
        </pc:spChg>
        <pc:spChg chg="add mod">
          <ac:chgData name="Diana Jaimes Fuentes" userId="S::52968092@u.icesi.edu.co::f9589f89-be89-41ca-867c-0eea0e3eedee" providerId="AD" clId="Web-{4E16A0D9-AE26-A220-997F-3B382D61032D}" dt="2026-09-10T20:54:07.613" v="335" actId="1076"/>
          <ac:spMkLst>
            <pc:docMk/>
            <pc:sldMk cId="0" sldId="264"/>
            <ac:spMk id="55" creationId="{8CB71038-3470-A8E5-BFA9-E8D2AA1290DF}"/>
          </ac:spMkLst>
        </pc:spChg>
        <pc:spChg chg="add mod">
          <ac:chgData name="Diana Jaimes Fuentes" userId="S::52968092@u.icesi.edu.co::f9589f89-be89-41ca-867c-0eea0e3eedee" providerId="AD" clId="Web-{4E16A0D9-AE26-A220-997F-3B382D61032D}" dt="2026-09-10T20:55:56.992" v="394" actId="14100"/>
          <ac:spMkLst>
            <pc:docMk/>
            <pc:sldMk cId="0" sldId="264"/>
            <ac:spMk id="57" creationId="{F0FF296B-5F41-E367-7415-892C8069ADEF}"/>
          </ac:spMkLst>
        </pc:spChg>
        <pc:spChg chg="add mod">
          <ac:chgData name="Diana Jaimes Fuentes" userId="S::52968092@u.icesi.edu.co::f9589f89-be89-41ca-867c-0eea0e3eedee" providerId="AD" clId="Web-{4E16A0D9-AE26-A220-997F-3B382D61032D}" dt="2026-09-10T20:55:57.007" v="395" actId="14100"/>
          <ac:spMkLst>
            <pc:docMk/>
            <pc:sldMk cId="0" sldId="264"/>
            <ac:spMk id="59" creationId="{3CD13A35-5A95-7D05-0816-F00A35C78333}"/>
          </ac:spMkLst>
        </pc:spChg>
        <pc:spChg chg="add del mod">
          <ac:chgData name="Diana Jaimes Fuentes" userId="S::52968092@u.icesi.edu.co::f9589f89-be89-41ca-867c-0eea0e3eedee" providerId="AD" clId="Web-{4E16A0D9-AE26-A220-997F-3B382D61032D}" dt="2026-09-11T02:14:10.195" v="429"/>
          <ac:spMkLst>
            <pc:docMk/>
            <pc:sldMk cId="0" sldId="264"/>
            <ac:spMk id="61" creationId="{5EE527AD-0688-FCBE-642F-EE512A72512E}"/>
          </ac:spMkLst>
        </pc:spChg>
        <pc:spChg chg="add mod">
          <ac:chgData name="Diana Jaimes Fuentes" userId="S::52968092@u.icesi.edu.co::f9589f89-be89-41ca-867c-0eea0e3eedee" providerId="AD" clId="Web-{4E16A0D9-AE26-A220-997F-3B382D61032D}" dt="2026-09-10T20:55:57.054" v="397" actId="14100"/>
          <ac:spMkLst>
            <pc:docMk/>
            <pc:sldMk cId="0" sldId="264"/>
            <ac:spMk id="63" creationId="{73B62167-72C1-9264-9091-8C0A053D4E15}"/>
          </ac:spMkLst>
        </pc:spChg>
        <pc:spChg chg="add mod">
          <ac:chgData name="Diana Jaimes Fuentes" userId="S::52968092@u.icesi.edu.co::f9589f89-be89-41ca-867c-0eea0e3eedee" providerId="AD" clId="Web-{4E16A0D9-AE26-A220-997F-3B382D61032D}" dt="2026-09-10T20:55:57.085" v="398" actId="14100"/>
          <ac:spMkLst>
            <pc:docMk/>
            <pc:sldMk cId="0" sldId="264"/>
            <ac:spMk id="65" creationId="{2CCD404A-4F5C-6730-21BE-132CD79866C3}"/>
          </ac:spMkLst>
        </pc:spChg>
        <pc:spChg chg="add mod">
          <ac:chgData name="Diana Jaimes Fuentes" userId="S::52968092@u.icesi.edu.co::f9589f89-be89-41ca-867c-0eea0e3eedee" providerId="AD" clId="Web-{4E16A0D9-AE26-A220-997F-3B382D61032D}" dt="2026-09-10T20:55:57.101" v="399" actId="14100"/>
          <ac:spMkLst>
            <pc:docMk/>
            <pc:sldMk cId="0" sldId="264"/>
            <ac:spMk id="67" creationId="{B8B6C09C-0485-16CD-AC7B-3B46CE9CD9C8}"/>
          </ac:spMkLst>
        </pc:spChg>
        <pc:spChg chg="add mod">
          <ac:chgData name="Diana Jaimes Fuentes" userId="S::52968092@u.icesi.edu.co::f9589f89-be89-41ca-867c-0eea0e3eedee" providerId="AD" clId="Web-{4E16A0D9-AE26-A220-997F-3B382D61032D}" dt="2026-09-10T20:55:57.132" v="400" actId="14100"/>
          <ac:spMkLst>
            <pc:docMk/>
            <pc:sldMk cId="0" sldId="264"/>
            <ac:spMk id="69" creationId="{53312900-74D3-E019-1D08-D38A8F803F0A}"/>
          </ac:spMkLst>
        </pc:spChg>
        <pc:spChg chg="add mod">
          <ac:chgData name="Diana Jaimes Fuentes" userId="S::52968092@u.icesi.edu.co::f9589f89-be89-41ca-867c-0eea0e3eedee" providerId="AD" clId="Web-{4E16A0D9-AE26-A220-997F-3B382D61032D}" dt="2026-09-10T20:55:57.148" v="401" actId="14100"/>
          <ac:spMkLst>
            <pc:docMk/>
            <pc:sldMk cId="0" sldId="264"/>
            <ac:spMk id="71" creationId="{5F4A36FA-DDB7-011C-E61B-A5682E12D4E9}"/>
          </ac:spMkLst>
        </pc:spChg>
        <pc:spChg chg="add del mod">
          <ac:chgData name="Diana Jaimes Fuentes" userId="S::52968092@u.icesi.edu.co::f9589f89-be89-41ca-867c-0eea0e3eedee" providerId="AD" clId="Web-{4E16A0D9-AE26-A220-997F-3B382D61032D}" dt="2026-09-10T20:55:21.693" v="366"/>
          <ac:spMkLst>
            <pc:docMk/>
            <pc:sldMk cId="0" sldId="264"/>
            <ac:spMk id="73" creationId="{EFCD264C-CDAD-8E2A-7BEA-3BCBBE3AED51}"/>
          </ac:spMkLst>
        </pc:spChg>
        <pc:spChg chg="add mod">
          <ac:chgData name="Diana Jaimes Fuentes" userId="S::52968092@u.icesi.edu.co::f9589f89-be89-41ca-867c-0eea0e3eedee" providerId="AD" clId="Web-{4E16A0D9-AE26-A220-997F-3B382D61032D}" dt="2026-09-10T20:55:57.179" v="402" actId="14100"/>
          <ac:spMkLst>
            <pc:docMk/>
            <pc:sldMk cId="0" sldId="264"/>
            <ac:spMk id="75" creationId="{65E1EF59-E7FB-F565-BF10-C8A533128A7F}"/>
          </ac:spMkLst>
        </pc:spChg>
        <pc:spChg chg="add mod">
          <ac:chgData name="Diana Jaimes Fuentes" userId="S::52968092@u.icesi.edu.co::f9589f89-be89-41ca-867c-0eea0e3eedee" providerId="AD" clId="Web-{4E16A0D9-AE26-A220-997F-3B382D61032D}" dt="2026-09-10T20:55:57.210" v="403" actId="14100"/>
          <ac:spMkLst>
            <pc:docMk/>
            <pc:sldMk cId="0" sldId="264"/>
            <ac:spMk id="77" creationId="{A777F97C-4C31-CBE9-73BD-2F783B75EBBE}"/>
          </ac:spMkLst>
        </pc:spChg>
        <pc:spChg chg="add mod">
          <ac:chgData name="Diana Jaimes Fuentes" userId="S::52968092@u.icesi.edu.co::f9589f89-be89-41ca-867c-0eea0e3eedee" providerId="AD" clId="Web-{4E16A0D9-AE26-A220-997F-3B382D61032D}" dt="2026-09-10T20:54:07.863" v="347" actId="1076"/>
          <ac:spMkLst>
            <pc:docMk/>
            <pc:sldMk cId="0" sldId="264"/>
            <ac:spMk id="79" creationId="{1FB555BA-0DDA-B002-851F-A6835B3A7843}"/>
          </ac:spMkLst>
        </pc:spChg>
        <pc:spChg chg="add mod">
          <ac:chgData name="Diana Jaimes Fuentes" userId="S::52968092@u.icesi.edu.co::f9589f89-be89-41ca-867c-0eea0e3eedee" providerId="AD" clId="Web-{4E16A0D9-AE26-A220-997F-3B382D61032D}" dt="2026-09-10T20:58:04.855" v="421" actId="1076"/>
          <ac:spMkLst>
            <pc:docMk/>
            <pc:sldMk cId="0" sldId="264"/>
            <ac:spMk id="81" creationId="{53644AF3-4487-2CAE-399C-2F25197A046B}"/>
          </ac:spMkLst>
        </pc:spChg>
        <pc:spChg chg="add mod">
          <ac:chgData name="Diana Jaimes Fuentes" userId="S::52968092@u.icesi.edu.co::f9589f89-be89-41ca-867c-0eea0e3eedee" providerId="AD" clId="Web-{4E16A0D9-AE26-A220-997F-3B382D61032D}" dt="2026-09-10T20:54:07.910" v="349" actId="1076"/>
          <ac:spMkLst>
            <pc:docMk/>
            <pc:sldMk cId="0" sldId="264"/>
            <ac:spMk id="83" creationId="{960B6255-EF7C-1E80-C42B-D834EC531DAD}"/>
          </ac:spMkLst>
        </pc:spChg>
        <pc:spChg chg="add mod">
          <ac:chgData name="Diana Jaimes Fuentes" userId="S::52968092@u.icesi.edu.co::f9589f89-be89-41ca-867c-0eea0e3eedee" providerId="AD" clId="Web-{4E16A0D9-AE26-A220-997F-3B382D61032D}" dt="2026-09-10T20:58:08.809" v="422" actId="1076"/>
          <ac:spMkLst>
            <pc:docMk/>
            <pc:sldMk cId="0" sldId="264"/>
            <ac:spMk id="85" creationId="{B62F35DD-C69D-27DC-A07B-56D902D47A0F}"/>
          </ac:spMkLst>
        </pc:spChg>
        <pc:spChg chg="add mod">
          <ac:chgData name="Diana Jaimes Fuentes" userId="S::52968092@u.icesi.edu.co::f9589f89-be89-41ca-867c-0eea0e3eedee" providerId="AD" clId="Web-{4E16A0D9-AE26-A220-997F-3B382D61032D}" dt="2026-09-10T20:55:57.226" v="404" actId="14100"/>
          <ac:spMkLst>
            <pc:docMk/>
            <pc:sldMk cId="0" sldId="264"/>
            <ac:spMk id="87" creationId="{3478D753-9AB7-D29C-FF69-FD07DEC97CD6}"/>
          </ac:spMkLst>
        </pc:spChg>
        <pc:spChg chg="add mod">
          <ac:chgData name="Diana Jaimes Fuentes" userId="S::52968092@u.icesi.edu.co::f9589f89-be89-41ca-867c-0eea0e3eedee" providerId="AD" clId="Web-{4E16A0D9-AE26-A220-997F-3B382D61032D}" dt="2026-09-10T20:55:57.242" v="405" actId="14100"/>
          <ac:spMkLst>
            <pc:docMk/>
            <pc:sldMk cId="0" sldId="264"/>
            <ac:spMk id="89" creationId="{5E35BBCD-FBE0-3BEC-A8A7-BFC92E423590}"/>
          </ac:spMkLst>
        </pc:spChg>
        <pc:spChg chg="add mod">
          <ac:chgData name="Diana Jaimes Fuentes" userId="S::52968092@u.icesi.edu.co::f9589f89-be89-41ca-867c-0eea0e3eedee" providerId="AD" clId="Web-{4E16A0D9-AE26-A220-997F-3B382D61032D}" dt="2026-09-10T20:55:57.257" v="406" actId="14100"/>
          <ac:spMkLst>
            <pc:docMk/>
            <pc:sldMk cId="0" sldId="264"/>
            <ac:spMk id="91" creationId="{62638DF3-3EA1-6768-84A6-35118BFD9A03}"/>
          </ac:spMkLst>
        </pc:spChg>
        <pc:spChg chg="add del mod">
          <ac:chgData name="Diana Jaimes Fuentes" userId="S::52968092@u.icesi.edu.co::f9589f89-be89-41ca-867c-0eea0e3eedee" providerId="AD" clId="Web-{4E16A0D9-AE26-A220-997F-3B382D61032D}" dt="2026-09-10T20:57:24.651" v="417"/>
          <ac:spMkLst>
            <pc:docMk/>
            <pc:sldMk cId="0" sldId="264"/>
            <ac:spMk id="93" creationId="{965A4DCB-8880-6244-D703-2642162EAE79}"/>
          </ac:spMkLst>
        </pc:spChg>
        <pc:spChg chg="add mod">
          <ac:chgData name="Diana Jaimes Fuentes" userId="S::52968092@u.icesi.edu.co::f9589f89-be89-41ca-867c-0eea0e3eedee" providerId="AD" clId="Web-{4E16A0D9-AE26-A220-997F-3B382D61032D}" dt="2026-09-10T20:55:57.320" v="408" actId="14100"/>
          <ac:spMkLst>
            <pc:docMk/>
            <pc:sldMk cId="0" sldId="264"/>
            <ac:spMk id="95" creationId="{06E47896-8E7F-866A-D18C-7CAC5A09ACBB}"/>
          </ac:spMkLst>
        </pc:spChg>
        <pc:spChg chg="add mod">
          <ac:chgData name="Diana Jaimes Fuentes" userId="S::52968092@u.icesi.edu.co::f9589f89-be89-41ca-867c-0eea0e3eedee" providerId="AD" clId="Web-{4E16A0D9-AE26-A220-997F-3B382D61032D}" dt="2026-09-10T20:55:57.335" v="409" actId="14100"/>
          <ac:spMkLst>
            <pc:docMk/>
            <pc:sldMk cId="0" sldId="264"/>
            <ac:spMk id="97" creationId="{4EF4EEC4-4EB1-ED2C-5FB8-4A7EBE04375C}"/>
          </ac:spMkLst>
        </pc:spChg>
        <pc:spChg chg="add mod">
          <ac:chgData name="Diana Jaimes Fuentes" userId="S::52968092@u.icesi.edu.co::f9589f89-be89-41ca-867c-0eea0e3eedee" providerId="AD" clId="Web-{4E16A0D9-AE26-A220-997F-3B382D61032D}" dt="2026-09-10T20:58:17.247" v="425" actId="1076"/>
          <ac:spMkLst>
            <pc:docMk/>
            <pc:sldMk cId="0" sldId="264"/>
            <ac:spMk id="99" creationId="{ADF0C3F1-11A5-BD8D-F535-C8262548AC9C}"/>
          </ac:spMkLst>
        </pc:spChg>
        <pc:spChg chg="add mod">
          <ac:chgData name="Diana Jaimes Fuentes" userId="S::52968092@u.icesi.edu.co::f9589f89-be89-41ca-867c-0eea0e3eedee" providerId="AD" clId="Web-{4E16A0D9-AE26-A220-997F-3B382D61032D}" dt="2026-09-10T20:58:14.309" v="424" actId="1076"/>
          <ac:spMkLst>
            <pc:docMk/>
            <pc:sldMk cId="0" sldId="264"/>
            <ac:spMk id="101" creationId="{392F700A-0F13-429B-8B87-FBDB3E42AB1E}"/>
          </ac:spMkLst>
        </pc:spChg>
        <pc:spChg chg="add mod">
          <ac:chgData name="Diana Jaimes Fuentes" userId="S::52968092@u.icesi.edu.co::f9589f89-be89-41ca-867c-0eea0e3eedee" providerId="AD" clId="Web-{4E16A0D9-AE26-A220-997F-3B382D61032D}" dt="2026-09-10T20:55:57.398" v="412" actId="14100"/>
          <ac:spMkLst>
            <pc:docMk/>
            <pc:sldMk cId="0" sldId="264"/>
            <ac:spMk id="103" creationId="{25651FE5-964A-EDFA-F2C1-7B802456EAA4}"/>
          </ac:spMkLst>
        </pc:spChg>
        <pc:spChg chg="add mod">
          <ac:chgData name="Diana Jaimes Fuentes" userId="S::52968092@u.icesi.edu.co::f9589f89-be89-41ca-867c-0eea0e3eedee" providerId="AD" clId="Web-{4E16A0D9-AE26-A220-997F-3B382D61032D}" dt="2026-09-10T20:58:12.871" v="423" actId="1076"/>
          <ac:spMkLst>
            <pc:docMk/>
            <pc:sldMk cId="0" sldId="264"/>
            <ac:spMk id="105" creationId="{6A5AE459-FAB3-E2E5-6401-EC643DD4CBCA}"/>
          </ac:spMkLst>
        </pc:spChg>
        <pc:spChg chg="add mod">
          <ac:chgData name="Diana Jaimes Fuentes" userId="S::52968092@u.icesi.edu.co::f9589f89-be89-41ca-867c-0eea0e3eedee" providerId="AD" clId="Web-{4E16A0D9-AE26-A220-997F-3B382D61032D}" dt="2026-09-10T20:55:57.445" v="414" actId="14100"/>
          <ac:spMkLst>
            <pc:docMk/>
            <pc:sldMk cId="0" sldId="264"/>
            <ac:spMk id="107" creationId="{52152753-82C2-6D31-0A8A-14F957F75E65}"/>
          </ac:spMkLst>
        </pc:spChg>
        <pc:spChg chg="add mod">
          <ac:chgData name="Diana Jaimes Fuentes" userId="S::52968092@u.icesi.edu.co::f9589f89-be89-41ca-867c-0eea0e3eedee" providerId="AD" clId="Web-{4E16A0D9-AE26-A220-997F-3B382D61032D}" dt="2026-09-10T20:54:08.206" v="362" actId="1076"/>
          <ac:spMkLst>
            <pc:docMk/>
            <pc:sldMk cId="0" sldId="264"/>
            <ac:spMk id="109" creationId="{FB53387C-CF44-CD84-54A0-0E92B47BA992}"/>
          </ac:spMkLst>
        </pc:spChg>
        <pc:picChg chg="add">
          <ac:chgData name="Diana Jaimes Fuentes" userId="S::52968092@u.icesi.edu.co::f9589f89-be89-41ca-867c-0eea0e3eedee" providerId="AD" clId="Web-{4E16A0D9-AE26-A220-997F-3B382D61032D}" dt="2026-09-10T20:47:37.771" v="114"/>
          <ac:picMkLst>
            <pc:docMk/>
            <pc:sldMk cId="0" sldId="264"/>
            <ac:picMk id="17" creationId="{C7146ACC-32D3-FD4E-7989-D8027D8B5B97}"/>
          </ac:picMkLst>
        </pc:picChg>
        <pc:picChg chg="add mod">
          <ac:chgData name="Diana Jaimes Fuentes" userId="S::52968092@u.icesi.edu.co::f9589f89-be89-41ca-867c-0eea0e3eedee" providerId="AD" clId="Web-{4E16A0D9-AE26-A220-997F-3B382D61032D}" dt="2026-09-10T20:55:57.460" v="415" actId="14100"/>
          <ac:picMkLst>
            <pc:docMk/>
            <pc:sldMk cId="0" sldId="264"/>
            <ac:picMk id="110" creationId="{2F42CB05-4173-8FFA-A197-3A1BD8DA154F}"/>
          </ac:picMkLst>
        </pc:picChg>
        <pc:picChg chg="add mod">
          <ac:chgData name="Diana Jaimes Fuentes" userId="S::52968092@u.icesi.edu.co::f9589f89-be89-41ca-867c-0eea0e3eedee" providerId="AD" clId="Web-{4E16A0D9-AE26-A220-997F-3B382D61032D}" dt="2026-09-10T20:57:35.104" v="420" actId="1076"/>
          <ac:picMkLst>
            <pc:docMk/>
            <pc:sldMk cId="0" sldId="264"/>
            <ac:picMk id="111" creationId="{12C1004B-9A51-94A5-3ED3-F8C1E93CB649}"/>
          </ac:picMkLst>
        </pc:picChg>
      </pc:sldChg>
      <pc:sldChg chg="del">
        <pc:chgData name="Diana Jaimes Fuentes" userId="S::52968092@u.icesi.edu.co::f9589f89-be89-41ca-867c-0eea0e3eedee" providerId="AD" clId="Web-{4E16A0D9-AE26-A220-997F-3B382D61032D}" dt="2026-09-11T02:16:37.936" v="529"/>
        <pc:sldMkLst>
          <pc:docMk/>
          <pc:sldMk cId="0" sldId="265"/>
        </pc:sldMkLst>
      </pc:sldChg>
      <pc:sldChg chg="addSp modSp new">
        <pc:chgData name="Diana Jaimes Fuentes" userId="S::52968092@u.icesi.edu.co::f9589f89-be89-41ca-867c-0eea0e3eedee" providerId="AD" clId="Web-{4E16A0D9-AE26-A220-997F-3B382D61032D}" dt="2026-09-10T20:48:43.429" v="130" actId="20577"/>
        <pc:sldMkLst>
          <pc:docMk/>
          <pc:sldMk cId="126247977" sldId="267"/>
        </pc:sldMkLst>
        <pc:spChg chg="add">
          <ac:chgData name="Diana Jaimes Fuentes" userId="S::52968092@u.icesi.edu.co::f9589f89-be89-41ca-867c-0eea0e3eedee" providerId="AD" clId="Web-{4E16A0D9-AE26-A220-997F-3B382D61032D}" dt="2026-09-10T15:21:26.746" v="1"/>
          <ac:spMkLst>
            <pc:docMk/>
            <pc:sldMk cId="126247977" sldId="267"/>
            <ac:spMk id="2" creationId="{A88F52E5-6BA5-9B1E-8FE4-CA6BB325126E}"/>
          </ac:spMkLst>
        </pc:spChg>
        <pc:spChg chg="add mod ord">
          <ac:chgData name="Diana Jaimes Fuentes" userId="S::52968092@u.icesi.edu.co::f9589f89-be89-41ca-867c-0eea0e3eedee" providerId="AD" clId="Web-{4E16A0D9-AE26-A220-997F-3B382D61032D}" dt="2026-09-10T20:48:43.429" v="130" actId="20577"/>
          <ac:spMkLst>
            <pc:docMk/>
            <pc:sldMk cId="126247977" sldId="267"/>
            <ac:spMk id="3" creationId="{A6F628C0-1FBB-3390-D67D-3614D793D029}"/>
          </ac:spMkLst>
        </pc:spChg>
        <pc:spChg chg="add">
          <ac:chgData name="Diana Jaimes Fuentes" userId="S::52968092@u.icesi.edu.co::f9589f89-be89-41ca-867c-0eea0e3eedee" providerId="AD" clId="Web-{4E16A0D9-AE26-A220-997F-3B382D61032D}" dt="2026-09-10T15:21:26.746" v="1"/>
          <ac:spMkLst>
            <pc:docMk/>
            <pc:sldMk cId="126247977" sldId="267"/>
            <ac:spMk id="4" creationId="{52789615-4068-4B20-E114-FBDAF1ABEC33}"/>
          </ac:spMkLst>
        </pc:spChg>
        <pc:spChg chg="add">
          <ac:chgData name="Diana Jaimes Fuentes" userId="S::52968092@u.icesi.edu.co::f9589f89-be89-41ca-867c-0eea0e3eedee" providerId="AD" clId="Web-{4E16A0D9-AE26-A220-997F-3B382D61032D}" dt="2026-09-10T15:21:26.746" v="1"/>
          <ac:spMkLst>
            <pc:docMk/>
            <pc:sldMk cId="126247977" sldId="267"/>
            <ac:spMk id="7" creationId="{BE67792F-DF69-8A1B-A1B4-C615676647F7}"/>
          </ac:spMkLst>
        </pc:spChg>
        <pc:spChg chg="add">
          <ac:chgData name="Diana Jaimes Fuentes" userId="S::52968092@u.icesi.edu.co::f9589f89-be89-41ca-867c-0eea0e3eedee" providerId="AD" clId="Web-{4E16A0D9-AE26-A220-997F-3B382D61032D}" dt="2026-09-10T15:21:26.746" v="1"/>
          <ac:spMkLst>
            <pc:docMk/>
            <pc:sldMk cId="126247977" sldId="267"/>
            <ac:spMk id="10" creationId="{5D16CB5B-9984-D87B-FD42-DA743A7A9543}"/>
          </ac:spMkLst>
        </pc:spChg>
        <pc:spChg chg="add">
          <ac:chgData name="Diana Jaimes Fuentes" userId="S::52968092@u.icesi.edu.co::f9589f89-be89-41ca-867c-0eea0e3eedee" providerId="AD" clId="Web-{4E16A0D9-AE26-A220-997F-3B382D61032D}" dt="2026-09-10T15:21:26.746" v="1"/>
          <ac:spMkLst>
            <pc:docMk/>
            <pc:sldMk cId="126247977" sldId="267"/>
            <ac:spMk id="11" creationId="{F26115B9-6AA1-F5AB-1B54-38F7DFBEA66D}"/>
          </ac:spMkLst>
        </pc:spChg>
        <pc:spChg chg="add">
          <ac:chgData name="Diana Jaimes Fuentes" userId="S::52968092@u.icesi.edu.co::f9589f89-be89-41ca-867c-0eea0e3eedee" providerId="AD" clId="Web-{4E16A0D9-AE26-A220-997F-3B382D61032D}" dt="2026-09-10T15:21:26.746" v="1"/>
          <ac:spMkLst>
            <pc:docMk/>
            <pc:sldMk cId="126247977" sldId="267"/>
            <ac:spMk id="14" creationId="{7B30D1EF-6AC9-F594-164A-54839D7E819B}"/>
          </ac:spMkLst>
        </pc:spChg>
        <pc:spChg chg="add">
          <ac:chgData name="Diana Jaimes Fuentes" userId="S::52968092@u.icesi.edu.co::f9589f89-be89-41ca-867c-0eea0e3eedee" providerId="AD" clId="Web-{4E16A0D9-AE26-A220-997F-3B382D61032D}" dt="2026-09-10T15:21:26.746" v="1"/>
          <ac:spMkLst>
            <pc:docMk/>
            <pc:sldMk cId="126247977" sldId="267"/>
            <ac:spMk id="16" creationId="{579D90FE-36FA-E3AA-5DAC-7F6C124DACEE}"/>
          </ac:spMkLst>
        </pc:spChg>
        <pc:spChg chg="add">
          <ac:chgData name="Diana Jaimes Fuentes" userId="S::52968092@u.icesi.edu.co::f9589f89-be89-41ca-867c-0eea0e3eedee" providerId="AD" clId="Web-{4E16A0D9-AE26-A220-997F-3B382D61032D}" dt="2026-09-10T15:21:26.746" v="1"/>
          <ac:spMkLst>
            <pc:docMk/>
            <pc:sldMk cId="126247977" sldId="267"/>
            <ac:spMk id="19" creationId="{54BFC583-023A-0FC9-7375-23DFBF2EA053}"/>
          </ac:spMkLst>
        </pc:spChg>
        <pc:spChg chg="add">
          <ac:chgData name="Diana Jaimes Fuentes" userId="S::52968092@u.icesi.edu.co::f9589f89-be89-41ca-867c-0eea0e3eedee" providerId="AD" clId="Web-{4E16A0D9-AE26-A220-997F-3B382D61032D}" dt="2026-09-10T15:21:26.746" v="1"/>
          <ac:spMkLst>
            <pc:docMk/>
            <pc:sldMk cId="126247977" sldId="267"/>
            <ac:spMk id="20" creationId="{76006681-14D2-74E5-19A5-E1997F19A9CD}"/>
          </ac:spMkLst>
        </pc:spChg>
        <pc:spChg chg="add mod">
          <ac:chgData name="Diana Jaimes Fuentes" userId="S::52968092@u.icesi.edu.co::f9589f89-be89-41ca-867c-0eea0e3eedee" providerId="AD" clId="Web-{4E16A0D9-AE26-A220-997F-3B382D61032D}" dt="2026-09-10T20:48:12.772" v="123" actId="1076"/>
          <ac:spMkLst>
            <pc:docMk/>
            <pc:sldMk cId="126247977" sldId="267"/>
            <ac:spMk id="23" creationId="{4653221F-14B3-E041-5EF3-241D32E69581}"/>
          </ac:spMkLst>
        </pc:spChg>
        <pc:spChg chg="add mod">
          <ac:chgData name="Diana Jaimes Fuentes" userId="S::52968092@u.icesi.edu.co::f9589f89-be89-41ca-867c-0eea0e3eedee" providerId="AD" clId="Web-{4E16A0D9-AE26-A220-997F-3B382D61032D}" dt="2026-09-10T20:48:12.803" v="125" actId="1076"/>
          <ac:spMkLst>
            <pc:docMk/>
            <pc:sldMk cId="126247977" sldId="267"/>
            <ac:spMk id="27" creationId="{CC7D8A32-318C-A2E0-36B8-F8E0F105E9D6}"/>
          </ac:spMkLst>
        </pc:spChg>
        <pc:picChg chg="add mod">
          <ac:chgData name="Diana Jaimes Fuentes" userId="S::52968092@u.icesi.edu.co::f9589f89-be89-41ca-867c-0eea0e3eedee" providerId="AD" clId="Web-{4E16A0D9-AE26-A220-997F-3B382D61032D}" dt="2026-09-10T20:48:12.788" v="124" actId="1076"/>
          <ac:picMkLst>
            <pc:docMk/>
            <pc:sldMk cId="126247977" sldId="267"/>
            <ac:picMk id="25" creationId="{65F12BB5-7B8C-B0EE-B4D0-099F60CF14B9}"/>
          </ac:picMkLst>
        </pc:picChg>
      </pc:sldChg>
      <pc:sldChg chg="addSp new del">
        <pc:chgData name="Diana Jaimes Fuentes" userId="S::52968092@u.icesi.edu.co::f9589f89-be89-41ca-867c-0eea0e3eedee" providerId="AD" clId="Web-{4E16A0D9-AE26-A220-997F-3B382D61032D}" dt="2026-09-10T16:00:35.235" v="7"/>
        <pc:sldMkLst>
          <pc:docMk/>
          <pc:sldMk cId="3038007341" sldId="268"/>
        </pc:sldMkLst>
        <pc:spChg chg="add">
          <ac:chgData name="Diana Jaimes Fuentes" userId="S::52968092@u.icesi.edu.co::f9589f89-be89-41ca-867c-0eea0e3eedee" providerId="AD" clId="Web-{4E16A0D9-AE26-A220-997F-3B382D61032D}" dt="2026-09-10T16:00:15.500" v="4"/>
          <ac:spMkLst>
            <pc:docMk/>
            <pc:sldMk cId="3038007341" sldId="268"/>
            <ac:spMk id="2" creationId="{DD5587C7-BF96-3866-2B84-F6DA9A6E33CC}"/>
          </ac:spMkLst>
        </pc:spChg>
        <pc:spChg chg="add">
          <ac:chgData name="Diana Jaimes Fuentes" userId="S::52968092@u.icesi.edu.co::f9589f89-be89-41ca-867c-0eea0e3eedee" providerId="AD" clId="Web-{4E16A0D9-AE26-A220-997F-3B382D61032D}" dt="2026-09-10T16:00:15.500" v="4"/>
          <ac:spMkLst>
            <pc:docMk/>
            <pc:sldMk cId="3038007341" sldId="268"/>
            <ac:spMk id="3" creationId="{88C031BF-3EAF-A1CD-1582-CDF4CA6719BA}"/>
          </ac:spMkLst>
        </pc:spChg>
        <pc:spChg chg="add">
          <ac:chgData name="Diana Jaimes Fuentes" userId="S::52968092@u.icesi.edu.co::f9589f89-be89-41ca-867c-0eea0e3eedee" providerId="AD" clId="Web-{4E16A0D9-AE26-A220-997F-3B382D61032D}" dt="2026-09-10T16:00:15.500" v="4"/>
          <ac:spMkLst>
            <pc:docMk/>
            <pc:sldMk cId="3038007341" sldId="268"/>
            <ac:spMk id="4" creationId="{00C78FDA-5A3D-0695-C8B3-63913115F0DD}"/>
          </ac:spMkLst>
        </pc:spChg>
        <pc:spChg chg="add">
          <ac:chgData name="Diana Jaimes Fuentes" userId="S::52968092@u.icesi.edu.co::f9589f89-be89-41ca-867c-0eea0e3eedee" providerId="AD" clId="Web-{4E16A0D9-AE26-A220-997F-3B382D61032D}" dt="2026-09-10T16:00:15.500" v="4"/>
          <ac:spMkLst>
            <pc:docMk/>
            <pc:sldMk cId="3038007341" sldId="268"/>
            <ac:spMk id="5" creationId="{D7C5A412-D2DC-8600-4C4E-2A81375F42E1}"/>
          </ac:spMkLst>
        </pc:spChg>
        <pc:spChg chg="add">
          <ac:chgData name="Diana Jaimes Fuentes" userId="S::52968092@u.icesi.edu.co::f9589f89-be89-41ca-867c-0eea0e3eedee" providerId="AD" clId="Web-{4E16A0D9-AE26-A220-997F-3B382D61032D}" dt="2026-09-10T16:00:15.500" v="4"/>
          <ac:spMkLst>
            <pc:docMk/>
            <pc:sldMk cId="3038007341" sldId="268"/>
            <ac:spMk id="6" creationId="{50E51F00-B830-1534-93A2-3B68DDABB3F6}"/>
          </ac:spMkLst>
        </pc:spChg>
        <pc:spChg chg="add">
          <ac:chgData name="Diana Jaimes Fuentes" userId="S::52968092@u.icesi.edu.co::f9589f89-be89-41ca-867c-0eea0e3eedee" providerId="AD" clId="Web-{4E16A0D9-AE26-A220-997F-3B382D61032D}" dt="2026-09-10T16:00:15.500" v="4"/>
          <ac:spMkLst>
            <pc:docMk/>
            <pc:sldMk cId="3038007341" sldId="268"/>
            <ac:spMk id="7" creationId="{011A1EA8-A1D1-FA76-5138-0D57178E2F60}"/>
          </ac:spMkLst>
        </pc:spChg>
        <pc:spChg chg="add">
          <ac:chgData name="Diana Jaimes Fuentes" userId="S::52968092@u.icesi.edu.co::f9589f89-be89-41ca-867c-0eea0e3eedee" providerId="AD" clId="Web-{4E16A0D9-AE26-A220-997F-3B382D61032D}" dt="2026-09-10T16:00:15.500" v="4"/>
          <ac:spMkLst>
            <pc:docMk/>
            <pc:sldMk cId="3038007341" sldId="268"/>
            <ac:spMk id="8" creationId="{FCEB7C89-A1CF-60A5-CE04-5D33386D66E1}"/>
          </ac:spMkLst>
        </pc:spChg>
        <pc:spChg chg="add">
          <ac:chgData name="Diana Jaimes Fuentes" userId="S::52968092@u.icesi.edu.co::f9589f89-be89-41ca-867c-0eea0e3eedee" providerId="AD" clId="Web-{4E16A0D9-AE26-A220-997F-3B382D61032D}" dt="2026-09-10T16:00:15.500" v="4"/>
          <ac:spMkLst>
            <pc:docMk/>
            <pc:sldMk cId="3038007341" sldId="268"/>
            <ac:spMk id="9" creationId="{0C69A600-8A2F-0379-5487-7AD0E9A3C2CF}"/>
          </ac:spMkLst>
        </pc:spChg>
      </pc:sldChg>
      <pc:sldChg chg="addSp modSp new">
        <pc:chgData name="Diana Jaimes Fuentes" userId="S::52968092@u.icesi.edu.co::f9589f89-be89-41ca-867c-0eea0e3eedee" providerId="AD" clId="Web-{4E16A0D9-AE26-A220-997F-3B382D61032D}" dt="2026-09-10T20:50:20.417" v="159" actId="1076"/>
        <pc:sldMkLst>
          <pc:docMk/>
          <pc:sldMk cId="1224057621" sldId="269"/>
        </pc:sldMkLst>
        <pc:spChg chg="add mod ord">
          <ac:chgData name="Diana Jaimes Fuentes" userId="S::52968092@u.icesi.edu.co::f9589f89-be89-41ca-867c-0eea0e3eedee" providerId="AD" clId="Web-{4E16A0D9-AE26-A220-997F-3B382D61032D}" dt="2026-09-10T20:49:27.712" v="141"/>
          <ac:spMkLst>
            <pc:docMk/>
            <pc:sldMk cId="1224057621" sldId="269"/>
            <ac:spMk id="2" creationId="{E715B694-3AB2-6291-937A-EED597E852DC}"/>
          </ac:spMkLst>
        </pc:spChg>
        <pc:spChg chg="add mod ord">
          <ac:chgData name="Diana Jaimes Fuentes" userId="S::52968092@u.icesi.edu.co::f9589f89-be89-41ca-867c-0eea0e3eedee" providerId="AD" clId="Web-{4E16A0D9-AE26-A220-997F-3B382D61032D}" dt="2026-09-10T20:50:14.042" v="158" actId="14100"/>
          <ac:spMkLst>
            <pc:docMk/>
            <pc:sldMk cId="1224057621" sldId="269"/>
            <ac:spMk id="3" creationId="{D1A592D1-E962-A6D8-9A95-CA4342E50478}"/>
          </ac:spMkLst>
        </pc:spChg>
        <pc:spChg chg="add mod">
          <ac:chgData name="Diana Jaimes Fuentes" userId="S::52968092@u.icesi.edu.co::f9589f89-be89-41ca-867c-0eea0e3eedee" providerId="AD" clId="Web-{4E16A0D9-AE26-A220-997F-3B382D61032D}" dt="2026-09-10T20:50:02.917" v="149" actId="1076"/>
          <ac:spMkLst>
            <pc:docMk/>
            <pc:sldMk cId="1224057621" sldId="269"/>
            <ac:spMk id="4" creationId="{234C2808-CC0E-F027-8F39-59FA17E3417F}"/>
          </ac:spMkLst>
        </pc:spChg>
        <pc:spChg chg="add mod">
          <ac:chgData name="Diana Jaimes Fuentes" userId="S::52968092@u.icesi.edu.co::f9589f89-be89-41ca-867c-0eea0e3eedee" providerId="AD" clId="Web-{4E16A0D9-AE26-A220-997F-3B382D61032D}" dt="2026-09-10T20:50:02.932" v="150" actId="1076"/>
          <ac:spMkLst>
            <pc:docMk/>
            <pc:sldMk cId="1224057621" sldId="269"/>
            <ac:spMk id="5" creationId="{C75A5FA0-9169-BE51-DD20-AD5B4E0D16A1}"/>
          </ac:spMkLst>
        </pc:spChg>
        <pc:spChg chg="add mod">
          <ac:chgData name="Diana Jaimes Fuentes" userId="S::52968092@u.icesi.edu.co::f9589f89-be89-41ca-867c-0eea0e3eedee" providerId="AD" clId="Web-{4E16A0D9-AE26-A220-997F-3B382D61032D}" dt="2026-09-10T20:50:02.948" v="151" actId="1076"/>
          <ac:spMkLst>
            <pc:docMk/>
            <pc:sldMk cId="1224057621" sldId="269"/>
            <ac:spMk id="6" creationId="{17813FF0-D2BA-DD25-0824-530A21BDD1B3}"/>
          </ac:spMkLst>
        </pc:spChg>
        <pc:spChg chg="add mod">
          <ac:chgData name="Diana Jaimes Fuentes" userId="S::52968092@u.icesi.edu.co::f9589f89-be89-41ca-867c-0eea0e3eedee" providerId="AD" clId="Web-{4E16A0D9-AE26-A220-997F-3B382D61032D}" dt="2026-09-10T20:50:02.979" v="152" actId="1076"/>
          <ac:spMkLst>
            <pc:docMk/>
            <pc:sldMk cId="1224057621" sldId="269"/>
            <ac:spMk id="7" creationId="{3564E273-CBD6-EA01-98FC-7887D52DC9F6}"/>
          </ac:spMkLst>
        </pc:spChg>
        <pc:spChg chg="add mod">
          <ac:chgData name="Diana Jaimes Fuentes" userId="S::52968092@u.icesi.edu.co::f9589f89-be89-41ca-867c-0eea0e3eedee" providerId="AD" clId="Web-{4E16A0D9-AE26-A220-997F-3B382D61032D}" dt="2026-09-10T20:50:02.995" v="153" actId="1076"/>
          <ac:spMkLst>
            <pc:docMk/>
            <pc:sldMk cId="1224057621" sldId="269"/>
            <ac:spMk id="8" creationId="{4FC52CC8-FE77-4361-B732-7EF9D56C7F94}"/>
          </ac:spMkLst>
        </pc:spChg>
        <pc:spChg chg="add mod">
          <ac:chgData name="Diana Jaimes Fuentes" userId="S::52968092@u.icesi.edu.co::f9589f89-be89-41ca-867c-0eea0e3eedee" providerId="AD" clId="Web-{4E16A0D9-AE26-A220-997F-3B382D61032D}" dt="2026-09-10T20:50:03.010" v="154" actId="1076"/>
          <ac:spMkLst>
            <pc:docMk/>
            <pc:sldMk cId="1224057621" sldId="269"/>
            <ac:spMk id="9" creationId="{E30DACEC-61BB-C706-3F05-3284DB45D91E}"/>
          </ac:spMkLst>
        </pc:spChg>
        <pc:spChg chg="add mod">
          <ac:chgData name="Diana Jaimes Fuentes" userId="S::52968092@u.icesi.edu.co::f9589f89-be89-41ca-867c-0eea0e3eedee" providerId="AD" clId="Web-{4E16A0D9-AE26-A220-997F-3B382D61032D}" dt="2026-09-10T20:49:12.180" v="137" actId="1076"/>
          <ac:spMkLst>
            <pc:docMk/>
            <pc:sldMk cId="1224057621" sldId="269"/>
            <ac:spMk id="11" creationId="{79BE2A92-65C1-BF66-B301-291D12DF7E86}"/>
          </ac:spMkLst>
        </pc:spChg>
        <pc:spChg chg="add mod">
          <ac:chgData name="Diana Jaimes Fuentes" userId="S::52968092@u.icesi.edu.co::f9589f89-be89-41ca-867c-0eea0e3eedee" providerId="AD" clId="Web-{4E16A0D9-AE26-A220-997F-3B382D61032D}" dt="2026-09-10T20:50:20.417" v="159" actId="1076"/>
          <ac:spMkLst>
            <pc:docMk/>
            <pc:sldMk cId="1224057621" sldId="269"/>
            <ac:spMk id="15" creationId="{713C6067-38C8-3960-CFE4-15985EFBCAD8}"/>
          </ac:spMkLst>
        </pc:spChg>
        <pc:picChg chg="add">
          <ac:chgData name="Diana Jaimes Fuentes" userId="S::52968092@u.icesi.edu.co::f9589f89-be89-41ca-867c-0eea0e3eedee" providerId="AD" clId="Web-{4E16A0D9-AE26-A220-997F-3B382D61032D}" dt="2026-09-10T20:47:24.770" v="102"/>
          <ac:picMkLst>
            <pc:docMk/>
            <pc:sldMk cId="1224057621" sldId="269"/>
            <ac:picMk id="13" creationId="{AC4F1260-FEB2-1246-4922-CF937A50AA59}"/>
          </ac:picMkLst>
        </pc:picChg>
      </pc:sldChg>
      <pc:sldChg chg="addSp modSp new">
        <pc:chgData name="Diana Jaimes Fuentes" userId="S::52968092@u.icesi.edu.co::f9589f89-be89-41ca-867c-0eea0e3eedee" providerId="AD" clId="Web-{4E16A0D9-AE26-A220-997F-3B382D61032D}" dt="2026-09-10T20:52:01.202" v="214" actId="14100"/>
        <pc:sldMkLst>
          <pc:docMk/>
          <pc:sldMk cId="3073644946" sldId="270"/>
        </pc:sldMkLst>
        <pc:spChg chg="add mod ord">
          <ac:chgData name="Diana Jaimes Fuentes" userId="S::52968092@u.icesi.edu.co::f9589f89-be89-41ca-867c-0eea0e3eedee" providerId="AD" clId="Web-{4E16A0D9-AE26-A220-997F-3B382D61032D}" dt="2026-09-10T20:51:23.685" v="187" actId="1076"/>
          <ac:spMkLst>
            <pc:docMk/>
            <pc:sldMk cId="3073644946" sldId="270"/>
            <ac:spMk id="2" creationId="{6F67AF93-EE26-672B-8969-AF2CEA8E7B64}"/>
          </ac:spMkLst>
        </pc:spChg>
        <pc:spChg chg="mod">
          <ac:chgData name="Diana Jaimes Fuentes" userId="S::52968092@u.icesi.edu.co::f9589f89-be89-41ca-867c-0eea0e3eedee" providerId="AD" clId="Web-{4E16A0D9-AE26-A220-997F-3B382D61032D}" dt="2026-09-10T20:52:01.202" v="214" actId="14100"/>
          <ac:spMkLst>
            <pc:docMk/>
            <pc:sldMk cId="3073644946" sldId="270"/>
            <ac:spMk id="3" creationId="{008202FB-7B5D-4EFD-3F1C-34AD9674B7B0}"/>
          </ac:spMkLst>
        </pc:spChg>
        <pc:spChg chg="add mod">
          <ac:chgData name="Diana Jaimes Fuentes" userId="S::52968092@u.icesi.edu.co::f9589f89-be89-41ca-867c-0eea0e3eedee" providerId="AD" clId="Web-{4E16A0D9-AE26-A220-997F-3B382D61032D}" dt="2026-09-10T20:51:57.061" v="193" actId="1076"/>
          <ac:spMkLst>
            <pc:docMk/>
            <pc:sldMk cId="3073644946" sldId="270"/>
            <ac:spMk id="4" creationId="{2E2C5562-13DD-E0B7-B60E-B5F09F3324E3}"/>
          </ac:spMkLst>
        </pc:spChg>
        <pc:spChg chg="mod">
          <ac:chgData name="Diana Jaimes Fuentes" userId="S::52968092@u.icesi.edu.co::f9589f89-be89-41ca-867c-0eea0e3eedee" providerId="AD" clId="Web-{4E16A0D9-AE26-A220-997F-3B382D61032D}" dt="2026-09-10T20:51:57.077" v="194" actId="1076"/>
          <ac:spMkLst>
            <pc:docMk/>
            <pc:sldMk cId="3073644946" sldId="270"/>
            <ac:spMk id="5" creationId="{55C9CB83-6CA0-4191-3CED-489EEF8EBCD0}"/>
          </ac:spMkLst>
        </pc:spChg>
        <pc:spChg chg="add mod">
          <ac:chgData name="Diana Jaimes Fuentes" userId="S::52968092@u.icesi.edu.co::f9589f89-be89-41ca-867c-0eea0e3eedee" providerId="AD" clId="Web-{4E16A0D9-AE26-A220-997F-3B382D61032D}" dt="2026-09-10T20:51:57.092" v="195" actId="1076"/>
          <ac:spMkLst>
            <pc:docMk/>
            <pc:sldMk cId="3073644946" sldId="270"/>
            <ac:spMk id="6" creationId="{88A905F0-9510-5694-FF55-7FD062B1EB8F}"/>
          </ac:spMkLst>
        </pc:spChg>
        <pc:spChg chg="mod">
          <ac:chgData name="Diana Jaimes Fuentes" userId="S::52968092@u.icesi.edu.co::f9589f89-be89-41ca-867c-0eea0e3eedee" providerId="AD" clId="Web-{4E16A0D9-AE26-A220-997F-3B382D61032D}" dt="2026-09-10T20:51:57.108" v="196" actId="1076"/>
          <ac:spMkLst>
            <pc:docMk/>
            <pc:sldMk cId="3073644946" sldId="270"/>
            <ac:spMk id="7" creationId="{AB19D8E7-6D27-00F3-E4DF-3B1750883A74}"/>
          </ac:spMkLst>
        </pc:spChg>
        <pc:spChg chg="add mod">
          <ac:chgData name="Diana Jaimes Fuentes" userId="S::52968092@u.icesi.edu.co::f9589f89-be89-41ca-867c-0eea0e3eedee" providerId="AD" clId="Web-{4E16A0D9-AE26-A220-997F-3B382D61032D}" dt="2026-09-10T20:51:57.124" v="197" actId="1076"/>
          <ac:spMkLst>
            <pc:docMk/>
            <pc:sldMk cId="3073644946" sldId="270"/>
            <ac:spMk id="8" creationId="{1CAAF5B5-0614-4D7A-6926-0DA4778CE19E}"/>
          </ac:spMkLst>
        </pc:spChg>
        <pc:spChg chg="mod">
          <ac:chgData name="Diana Jaimes Fuentes" userId="S::52968092@u.icesi.edu.co::f9589f89-be89-41ca-867c-0eea0e3eedee" providerId="AD" clId="Web-{4E16A0D9-AE26-A220-997F-3B382D61032D}" dt="2026-09-10T20:51:57.139" v="198" actId="1076"/>
          <ac:spMkLst>
            <pc:docMk/>
            <pc:sldMk cId="3073644946" sldId="270"/>
            <ac:spMk id="9" creationId="{DBF3BD96-1A6C-6BEB-47A6-40893B70BBF9}"/>
          </ac:spMkLst>
        </pc:spChg>
        <pc:spChg chg="mod">
          <ac:chgData name="Diana Jaimes Fuentes" userId="S::52968092@u.icesi.edu.co::f9589f89-be89-41ca-867c-0eea0e3eedee" providerId="AD" clId="Web-{4E16A0D9-AE26-A220-997F-3B382D61032D}" dt="2026-09-10T20:51:57.155" v="199" actId="1076"/>
          <ac:spMkLst>
            <pc:docMk/>
            <pc:sldMk cId="3073644946" sldId="270"/>
            <ac:spMk id="10" creationId="{D74EC230-596C-2734-9D0E-D4B1D53730B8}"/>
          </ac:spMkLst>
        </pc:spChg>
        <pc:spChg chg="mod">
          <ac:chgData name="Diana Jaimes Fuentes" userId="S::52968092@u.icesi.edu.co::f9589f89-be89-41ca-867c-0eea0e3eedee" providerId="AD" clId="Web-{4E16A0D9-AE26-A220-997F-3B382D61032D}" dt="2026-09-10T20:51:57.171" v="200" actId="1076"/>
          <ac:spMkLst>
            <pc:docMk/>
            <pc:sldMk cId="3073644946" sldId="270"/>
            <ac:spMk id="11" creationId="{6224D085-B32E-96AC-3DD2-E84E67EEE0F3}"/>
          </ac:spMkLst>
        </pc:spChg>
        <pc:spChg chg="add mod">
          <ac:chgData name="Diana Jaimes Fuentes" userId="S::52968092@u.icesi.edu.co::f9589f89-be89-41ca-867c-0eea0e3eedee" providerId="AD" clId="Web-{4E16A0D9-AE26-A220-997F-3B382D61032D}" dt="2026-09-10T20:51:57.186" v="201" actId="1076"/>
          <ac:spMkLst>
            <pc:docMk/>
            <pc:sldMk cId="3073644946" sldId="270"/>
            <ac:spMk id="12" creationId="{6D769C77-71EA-A45F-08A4-82415D9815D8}"/>
          </ac:spMkLst>
        </pc:spChg>
        <pc:spChg chg="mod">
          <ac:chgData name="Diana Jaimes Fuentes" userId="S::52968092@u.icesi.edu.co::f9589f89-be89-41ca-867c-0eea0e3eedee" providerId="AD" clId="Web-{4E16A0D9-AE26-A220-997F-3B382D61032D}" dt="2026-09-10T20:51:57.202" v="202" actId="1076"/>
          <ac:spMkLst>
            <pc:docMk/>
            <pc:sldMk cId="3073644946" sldId="270"/>
            <ac:spMk id="13" creationId="{B8D11639-34CC-F8CD-9F27-E33833B84EE8}"/>
          </ac:spMkLst>
        </pc:spChg>
        <pc:spChg chg="mod">
          <ac:chgData name="Diana Jaimes Fuentes" userId="S::52968092@u.icesi.edu.co::f9589f89-be89-41ca-867c-0eea0e3eedee" providerId="AD" clId="Web-{4E16A0D9-AE26-A220-997F-3B382D61032D}" dt="2026-09-10T20:51:57.217" v="203" actId="1076"/>
          <ac:spMkLst>
            <pc:docMk/>
            <pc:sldMk cId="3073644946" sldId="270"/>
            <ac:spMk id="14" creationId="{0F407035-69DF-FF97-9C00-643DF119344F}"/>
          </ac:spMkLst>
        </pc:spChg>
        <pc:spChg chg="mod">
          <ac:chgData name="Diana Jaimes Fuentes" userId="S::52968092@u.icesi.edu.co::f9589f89-be89-41ca-867c-0eea0e3eedee" providerId="AD" clId="Web-{4E16A0D9-AE26-A220-997F-3B382D61032D}" dt="2026-09-10T20:51:57.233" v="204" actId="1076"/>
          <ac:spMkLst>
            <pc:docMk/>
            <pc:sldMk cId="3073644946" sldId="270"/>
            <ac:spMk id="15" creationId="{1FDD617C-2E38-E517-1671-5FD7D4764DF4}"/>
          </ac:spMkLst>
        </pc:spChg>
        <pc:spChg chg="mod">
          <ac:chgData name="Diana Jaimes Fuentes" userId="S::52968092@u.icesi.edu.co::f9589f89-be89-41ca-867c-0eea0e3eedee" providerId="AD" clId="Web-{4E16A0D9-AE26-A220-997F-3B382D61032D}" dt="2026-09-10T20:51:57.249" v="205" actId="1076"/>
          <ac:spMkLst>
            <pc:docMk/>
            <pc:sldMk cId="3073644946" sldId="270"/>
            <ac:spMk id="16" creationId="{50CDFE67-D87A-C19B-EBCE-36972ACBF305}"/>
          </ac:spMkLst>
        </pc:spChg>
        <pc:spChg chg="mod">
          <ac:chgData name="Diana Jaimes Fuentes" userId="S::52968092@u.icesi.edu.co::f9589f89-be89-41ca-867c-0eea0e3eedee" providerId="AD" clId="Web-{4E16A0D9-AE26-A220-997F-3B382D61032D}" dt="2026-09-10T20:51:57.264" v="206" actId="1076"/>
          <ac:spMkLst>
            <pc:docMk/>
            <pc:sldMk cId="3073644946" sldId="270"/>
            <ac:spMk id="17" creationId="{EAB527AA-0E49-A7D5-1939-5E2F8C1534E4}"/>
          </ac:spMkLst>
        </pc:spChg>
        <pc:spChg chg="add mod">
          <ac:chgData name="Diana Jaimes Fuentes" userId="S::52968092@u.icesi.edu.co::f9589f89-be89-41ca-867c-0eea0e3eedee" providerId="AD" clId="Web-{4E16A0D9-AE26-A220-997F-3B382D61032D}" dt="2026-09-10T20:51:57.280" v="207" actId="1076"/>
          <ac:spMkLst>
            <pc:docMk/>
            <pc:sldMk cId="3073644946" sldId="270"/>
            <ac:spMk id="18" creationId="{BC61FEB5-0848-C0A9-0E18-2624E3C77DC2}"/>
          </ac:spMkLst>
        </pc:spChg>
        <pc:spChg chg="add mod">
          <ac:chgData name="Diana Jaimes Fuentes" userId="S::52968092@u.icesi.edu.co::f9589f89-be89-41ca-867c-0eea0e3eedee" providerId="AD" clId="Web-{4E16A0D9-AE26-A220-997F-3B382D61032D}" dt="2026-09-10T20:51:57.296" v="208" actId="1076"/>
          <ac:spMkLst>
            <pc:docMk/>
            <pc:sldMk cId="3073644946" sldId="270"/>
            <ac:spMk id="19" creationId="{34547552-D775-E7B4-E324-F97ACBBF8537}"/>
          </ac:spMkLst>
        </pc:spChg>
        <pc:spChg chg="add mod">
          <ac:chgData name="Diana Jaimes Fuentes" userId="S::52968092@u.icesi.edu.co::f9589f89-be89-41ca-867c-0eea0e3eedee" providerId="AD" clId="Web-{4E16A0D9-AE26-A220-997F-3B382D61032D}" dt="2026-09-10T20:51:57.311" v="209" actId="1076"/>
          <ac:spMkLst>
            <pc:docMk/>
            <pc:sldMk cId="3073644946" sldId="270"/>
            <ac:spMk id="20" creationId="{EAB68AB6-A5F5-1D5C-321A-BF48F3B3B2C8}"/>
          </ac:spMkLst>
        </pc:spChg>
        <pc:spChg chg="add mod">
          <ac:chgData name="Diana Jaimes Fuentes" userId="S::52968092@u.icesi.edu.co::f9589f89-be89-41ca-867c-0eea0e3eedee" providerId="AD" clId="Web-{4E16A0D9-AE26-A220-997F-3B382D61032D}" dt="2026-09-10T20:51:57.327" v="210" actId="1076"/>
          <ac:spMkLst>
            <pc:docMk/>
            <pc:sldMk cId="3073644946" sldId="270"/>
            <ac:spMk id="21" creationId="{72506170-B3AD-C9BF-4D6A-236A2D2A0848}"/>
          </ac:spMkLst>
        </pc:spChg>
        <pc:spChg chg="add mod">
          <ac:chgData name="Diana Jaimes Fuentes" userId="S::52968092@u.icesi.edu.co::f9589f89-be89-41ca-867c-0eea0e3eedee" providerId="AD" clId="Web-{4E16A0D9-AE26-A220-997F-3B382D61032D}" dt="2026-09-10T20:51:57.358" v="211" actId="1076"/>
          <ac:spMkLst>
            <pc:docMk/>
            <pc:sldMk cId="3073644946" sldId="270"/>
            <ac:spMk id="22" creationId="{D3A7F2F0-DADA-2434-DBED-AC0FCAFB8564}"/>
          </ac:spMkLst>
        </pc:spChg>
        <pc:spChg chg="mod">
          <ac:chgData name="Diana Jaimes Fuentes" userId="S::52968092@u.icesi.edu.co::f9589f89-be89-41ca-867c-0eea0e3eedee" providerId="AD" clId="Web-{4E16A0D9-AE26-A220-997F-3B382D61032D}" dt="2026-09-10T20:51:57.374" v="212" actId="1076"/>
          <ac:spMkLst>
            <pc:docMk/>
            <pc:sldMk cId="3073644946" sldId="270"/>
            <ac:spMk id="23" creationId="{147D7A91-4CCA-4217-AE3D-93CCC9C5CBDD}"/>
          </ac:spMkLst>
        </pc:spChg>
        <pc:spChg chg="add mod">
          <ac:chgData name="Diana Jaimes Fuentes" userId="S::52968092@u.icesi.edu.co::f9589f89-be89-41ca-867c-0eea0e3eedee" providerId="AD" clId="Web-{4E16A0D9-AE26-A220-997F-3B382D61032D}" dt="2026-09-10T20:51:27.404" v="188" actId="1076"/>
          <ac:spMkLst>
            <pc:docMk/>
            <pc:sldMk cId="3073644946" sldId="270"/>
            <ac:spMk id="25" creationId="{EF4381AC-A1A0-5635-1439-9B8189A03CC2}"/>
          </ac:spMkLst>
        </pc:spChg>
        <pc:spChg chg="add">
          <ac:chgData name="Diana Jaimes Fuentes" userId="S::52968092@u.icesi.edu.co::f9589f89-be89-41ca-867c-0eea0e3eedee" providerId="AD" clId="Web-{4E16A0D9-AE26-A220-997F-3B382D61032D}" dt="2026-09-10T20:47:32.458" v="109"/>
          <ac:spMkLst>
            <pc:docMk/>
            <pc:sldMk cId="3073644946" sldId="270"/>
            <ac:spMk id="29" creationId="{55CDAB63-316E-49A7-6656-2A24483D1638}"/>
          </ac:spMkLst>
        </pc:spChg>
        <pc:picChg chg="add">
          <ac:chgData name="Diana Jaimes Fuentes" userId="S::52968092@u.icesi.edu.co::f9589f89-be89-41ca-867c-0eea0e3eedee" providerId="AD" clId="Web-{4E16A0D9-AE26-A220-997F-3B382D61032D}" dt="2026-09-10T20:47:32.443" v="108"/>
          <ac:picMkLst>
            <pc:docMk/>
            <pc:sldMk cId="3073644946" sldId="270"/>
            <ac:picMk id="27" creationId="{2DEF62A1-2194-C830-3619-E2BDC23DF3B5}"/>
          </ac:picMkLst>
        </pc:picChg>
      </pc:sldChg>
      <pc:sldChg chg="new del">
        <pc:chgData name="Diana Jaimes Fuentes" userId="S::52968092@u.icesi.edu.co::f9589f89-be89-41ca-867c-0eea0e3eedee" providerId="AD" clId="Web-{4E16A0D9-AE26-A220-997F-3B382D61032D}" dt="2026-09-10T20:34:09.461" v="76"/>
        <pc:sldMkLst>
          <pc:docMk/>
          <pc:sldMk cId="838315740" sldId="271"/>
        </pc:sldMkLst>
      </pc:sldChg>
      <pc:sldChg chg="addSp modSp add">
        <pc:chgData name="Diana Jaimes Fuentes" userId="S::52968092@u.icesi.edu.co::f9589f89-be89-41ca-867c-0eea0e3eedee" providerId="AD" clId="Web-{4E16A0D9-AE26-A220-997F-3B382D61032D}" dt="2026-09-10T20:52:44.891" v="260" actId="1076"/>
        <pc:sldMkLst>
          <pc:docMk/>
          <pc:sldMk cId="2374986846" sldId="272"/>
        </pc:sldMkLst>
        <pc:spChg chg="mod ord">
          <ac:chgData name="Diana Jaimes Fuentes" userId="S::52968092@u.icesi.edu.co::f9589f89-be89-41ca-867c-0eea0e3eedee" providerId="AD" clId="Web-{4E16A0D9-AE26-A220-997F-3B382D61032D}" dt="2026-09-10T20:52:20.437" v="219" actId="1076"/>
          <ac:spMkLst>
            <pc:docMk/>
            <pc:sldMk cId="2374986846" sldId="272"/>
            <ac:spMk id="2" creationId="{00000000-0000-0000-0000-000000000000}"/>
          </ac:spMkLst>
        </pc:spChg>
        <pc:spChg chg="mod">
          <ac:chgData name="Diana Jaimes Fuentes" userId="S::52968092@u.icesi.edu.co::f9589f89-be89-41ca-867c-0eea0e3eedee" providerId="AD" clId="Web-{4E16A0D9-AE26-A220-997F-3B382D61032D}" dt="2026-09-10T20:52:26.078" v="220" actId="1076"/>
          <ac:spMkLst>
            <pc:docMk/>
            <pc:sldMk cId="2374986846" sldId="272"/>
            <ac:spMk id="3" creationId="{00000000-0000-0000-0000-000000000000}"/>
          </ac:spMkLst>
        </pc:spChg>
        <pc:spChg chg="mod">
          <ac:chgData name="Diana Jaimes Fuentes" userId="S::52968092@u.icesi.edu.co::f9589f89-be89-41ca-867c-0eea0e3eedee" providerId="AD" clId="Web-{4E16A0D9-AE26-A220-997F-3B382D61032D}" dt="2026-09-10T20:52:44.188" v="221" actId="1076"/>
          <ac:spMkLst>
            <pc:docMk/>
            <pc:sldMk cId="2374986846" sldId="272"/>
            <ac:spMk id="4" creationId="{00000000-0000-0000-0000-000000000000}"/>
          </ac:spMkLst>
        </pc:spChg>
        <pc:spChg chg="mod">
          <ac:chgData name="Diana Jaimes Fuentes" userId="S::52968092@u.icesi.edu.co::f9589f89-be89-41ca-867c-0eea0e3eedee" providerId="AD" clId="Web-{4E16A0D9-AE26-A220-997F-3B382D61032D}" dt="2026-09-10T20:52:44.203" v="222" actId="1076"/>
          <ac:spMkLst>
            <pc:docMk/>
            <pc:sldMk cId="2374986846" sldId="272"/>
            <ac:spMk id="5" creationId="{00000000-0000-0000-0000-000000000000}"/>
          </ac:spMkLst>
        </pc:spChg>
        <pc:spChg chg="mod">
          <ac:chgData name="Diana Jaimes Fuentes" userId="S::52968092@u.icesi.edu.co::f9589f89-be89-41ca-867c-0eea0e3eedee" providerId="AD" clId="Web-{4E16A0D9-AE26-A220-997F-3B382D61032D}" dt="2026-09-10T20:52:44.219" v="223" actId="1076"/>
          <ac:spMkLst>
            <pc:docMk/>
            <pc:sldMk cId="2374986846" sldId="272"/>
            <ac:spMk id="6" creationId="{00000000-0000-0000-0000-000000000000}"/>
          </ac:spMkLst>
        </pc:spChg>
        <pc:spChg chg="mod">
          <ac:chgData name="Diana Jaimes Fuentes" userId="S::52968092@u.icesi.edu.co::f9589f89-be89-41ca-867c-0eea0e3eedee" providerId="AD" clId="Web-{4E16A0D9-AE26-A220-997F-3B382D61032D}" dt="2026-09-10T20:52:44.235" v="224" actId="1076"/>
          <ac:spMkLst>
            <pc:docMk/>
            <pc:sldMk cId="2374986846" sldId="272"/>
            <ac:spMk id="7" creationId="{00000000-0000-0000-0000-000000000000}"/>
          </ac:spMkLst>
        </pc:spChg>
        <pc:spChg chg="mod">
          <ac:chgData name="Diana Jaimes Fuentes" userId="S::52968092@u.icesi.edu.co::f9589f89-be89-41ca-867c-0eea0e3eedee" providerId="AD" clId="Web-{4E16A0D9-AE26-A220-997F-3B382D61032D}" dt="2026-09-10T20:52:44.250" v="225" actId="1076"/>
          <ac:spMkLst>
            <pc:docMk/>
            <pc:sldMk cId="2374986846" sldId="272"/>
            <ac:spMk id="8" creationId="{00000000-0000-0000-0000-000000000000}"/>
          </ac:spMkLst>
        </pc:spChg>
        <pc:spChg chg="mod">
          <ac:chgData name="Diana Jaimes Fuentes" userId="S::52968092@u.icesi.edu.co::f9589f89-be89-41ca-867c-0eea0e3eedee" providerId="AD" clId="Web-{4E16A0D9-AE26-A220-997F-3B382D61032D}" dt="2026-09-10T20:52:44.266" v="226" actId="1076"/>
          <ac:spMkLst>
            <pc:docMk/>
            <pc:sldMk cId="2374986846" sldId="272"/>
            <ac:spMk id="9" creationId="{00000000-0000-0000-0000-000000000000}"/>
          </ac:spMkLst>
        </pc:spChg>
        <pc:spChg chg="mod">
          <ac:chgData name="Diana Jaimes Fuentes" userId="S::52968092@u.icesi.edu.co::f9589f89-be89-41ca-867c-0eea0e3eedee" providerId="AD" clId="Web-{4E16A0D9-AE26-A220-997F-3B382D61032D}" dt="2026-09-10T20:52:44.282" v="227" actId="1076"/>
          <ac:spMkLst>
            <pc:docMk/>
            <pc:sldMk cId="2374986846" sldId="272"/>
            <ac:spMk id="10" creationId="{00000000-0000-0000-0000-000000000000}"/>
          </ac:spMkLst>
        </pc:spChg>
        <pc:spChg chg="mod">
          <ac:chgData name="Diana Jaimes Fuentes" userId="S::52968092@u.icesi.edu.co::f9589f89-be89-41ca-867c-0eea0e3eedee" providerId="AD" clId="Web-{4E16A0D9-AE26-A220-997F-3B382D61032D}" dt="2026-09-10T20:52:44.297" v="228" actId="1076"/>
          <ac:spMkLst>
            <pc:docMk/>
            <pc:sldMk cId="2374986846" sldId="272"/>
            <ac:spMk id="11" creationId="{00000000-0000-0000-0000-000000000000}"/>
          </ac:spMkLst>
        </pc:spChg>
        <pc:spChg chg="mod">
          <ac:chgData name="Diana Jaimes Fuentes" userId="S::52968092@u.icesi.edu.co::f9589f89-be89-41ca-867c-0eea0e3eedee" providerId="AD" clId="Web-{4E16A0D9-AE26-A220-997F-3B382D61032D}" dt="2026-09-10T20:52:44.313" v="229" actId="1076"/>
          <ac:spMkLst>
            <pc:docMk/>
            <pc:sldMk cId="2374986846" sldId="272"/>
            <ac:spMk id="12" creationId="{00000000-0000-0000-0000-000000000000}"/>
          </ac:spMkLst>
        </pc:spChg>
        <pc:spChg chg="mod">
          <ac:chgData name="Diana Jaimes Fuentes" userId="S::52968092@u.icesi.edu.co::f9589f89-be89-41ca-867c-0eea0e3eedee" providerId="AD" clId="Web-{4E16A0D9-AE26-A220-997F-3B382D61032D}" dt="2026-09-10T20:52:44.328" v="230" actId="1076"/>
          <ac:spMkLst>
            <pc:docMk/>
            <pc:sldMk cId="2374986846" sldId="272"/>
            <ac:spMk id="13" creationId="{00000000-0000-0000-0000-000000000000}"/>
          </ac:spMkLst>
        </pc:spChg>
        <pc:spChg chg="mod">
          <ac:chgData name="Diana Jaimes Fuentes" userId="S::52968092@u.icesi.edu.co::f9589f89-be89-41ca-867c-0eea0e3eedee" providerId="AD" clId="Web-{4E16A0D9-AE26-A220-997F-3B382D61032D}" dt="2026-09-10T20:52:44.344" v="231" actId="1076"/>
          <ac:spMkLst>
            <pc:docMk/>
            <pc:sldMk cId="2374986846" sldId="272"/>
            <ac:spMk id="14" creationId="{00000000-0000-0000-0000-000000000000}"/>
          </ac:spMkLst>
        </pc:spChg>
        <pc:spChg chg="mod">
          <ac:chgData name="Diana Jaimes Fuentes" userId="S::52968092@u.icesi.edu.co::f9589f89-be89-41ca-867c-0eea0e3eedee" providerId="AD" clId="Web-{4E16A0D9-AE26-A220-997F-3B382D61032D}" dt="2026-09-10T20:52:44.375" v="232" actId="1076"/>
          <ac:spMkLst>
            <pc:docMk/>
            <pc:sldMk cId="2374986846" sldId="272"/>
            <ac:spMk id="15" creationId="{00000000-0000-0000-0000-000000000000}"/>
          </ac:spMkLst>
        </pc:spChg>
        <pc:spChg chg="mod">
          <ac:chgData name="Diana Jaimes Fuentes" userId="S::52968092@u.icesi.edu.co::f9589f89-be89-41ca-867c-0eea0e3eedee" providerId="AD" clId="Web-{4E16A0D9-AE26-A220-997F-3B382D61032D}" dt="2026-09-10T20:52:44.391" v="233" actId="1076"/>
          <ac:spMkLst>
            <pc:docMk/>
            <pc:sldMk cId="2374986846" sldId="272"/>
            <ac:spMk id="16" creationId="{00000000-0000-0000-0000-000000000000}"/>
          </ac:spMkLst>
        </pc:spChg>
        <pc:spChg chg="mod">
          <ac:chgData name="Diana Jaimes Fuentes" userId="S::52968092@u.icesi.edu.co::f9589f89-be89-41ca-867c-0eea0e3eedee" providerId="AD" clId="Web-{4E16A0D9-AE26-A220-997F-3B382D61032D}" dt="2026-09-10T20:52:44.407" v="234" actId="1076"/>
          <ac:spMkLst>
            <pc:docMk/>
            <pc:sldMk cId="2374986846" sldId="272"/>
            <ac:spMk id="17" creationId="{00000000-0000-0000-0000-000000000000}"/>
          </ac:spMkLst>
        </pc:spChg>
        <pc:spChg chg="mod">
          <ac:chgData name="Diana Jaimes Fuentes" userId="S::52968092@u.icesi.edu.co::f9589f89-be89-41ca-867c-0eea0e3eedee" providerId="AD" clId="Web-{4E16A0D9-AE26-A220-997F-3B382D61032D}" dt="2026-09-10T20:52:44.422" v="235" actId="1076"/>
          <ac:spMkLst>
            <pc:docMk/>
            <pc:sldMk cId="2374986846" sldId="272"/>
            <ac:spMk id="18" creationId="{00000000-0000-0000-0000-000000000000}"/>
          </ac:spMkLst>
        </pc:spChg>
        <pc:spChg chg="mod">
          <ac:chgData name="Diana Jaimes Fuentes" userId="S::52968092@u.icesi.edu.co::f9589f89-be89-41ca-867c-0eea0e3eedee" providerId="AD" clId="Web-{4E16A0D9-AE26-A220-997F-3B382D61032D}" dt="2026-09-10T20:52:44.438" v="236" actId="1076"/>
          <ac:spMkLst>
            <pc:docMk/>
            <pc:sldMk cId="2374986846" sldId="272"/>
            <ac:spMk id="19" creationId="{00000000-0000-0000-0000-000000000000}"/>
          </ac:spMkLst>
        </pc:spChg>
        <pc:spChg chg="mod">
          <ac:chgData name="Diana Jaimes Fuentes" userId="S::52968092@u.icesi.edu.co::f9589f89-be89-41ca-867c-0eea0e3eedee" providerId="AD" clId="Web-{4E16A0D9-AE26-A220-997F-3B382D61032D}" dt="2026-09-10T20:52:44.454" v="237" actId="1076"/>
          <ac:spMkLst>
            <pc:docMk/>
            <pc:sldMk cId="2374986846" sldId="272"/>
            <ac:spMk id="20" creationId="{00000000-0000-0000-0000-000000000000}"/>
          </ac:spMkLst>
        </pc:spChg>
        <pc:spChg chg="mod">
          <ac:chgData name="Diana Jaimes Fuentes" userId="S::52968092@u.icesi.edu.co::f9589f89-be89-41ca-867c-0eea0e3eedee" providerId="AD" clId="Web-{4E16A0D9-AE26-A220-997F-3B382D61032D}" dt="2026-09-10T20:52:44.485" v="238" actId="1076"/>
          <ac:spMkLst>
            <pc:docMk/>
            <pc:sldMk cId="2374986846" sldId="272"/>
            <ac:spMk id="21" creationId="{00000000-0000-0000-0000-000000000000}"/>
          </ac:spMkLst>
        </pc:spChg>
        <pc:spChg chg="mod">
          <ac:chgData name="Diana Jaimes Fuentes" userId="S::52968092@u.icesi.edu.co::f9589f89-be89-41ca-867c-0eea0e3eedee" providerId="AD" clId="Web-{4E16A0D9-AE26-A220-997F-3B382D61032D}" dt="2026-09-10T20:52:44.500" v="239" actId="1076"/>
          <ac:spMkLst>
            <pc:docMk/>
            <pc:sldMk cId="2374986846" sldId="272"/>
            <ac:spMk id="22" creationId="{00000000-0000-0000-0000-000000000000}"/>
          </ac:spMkLst>
        </pc:spChg>
        <pc:spChg chg="mod">
          <ac:chgData name="Diana Jaimes Fuentes" userId="S::52968092@u.icesi.edu.co::f9589f89-be89-41ca-867c-0eea0e3eedee" providerId="AD" clId="Web-{4E16A0D9-AE26-A220-997F-3B382D61032D}" dt="2026-09-10T20:52:44.516" v="240" actId="1076"/>
          <ac:spMkLst>
            <pc:docMk/>
            <pc:sldMk cId="2374986846" sldId="272"/>
            <ac:spMk id="23" creationId="{00000000-0000-0000-0000-000000000000}"/>
          </ac:spMkLst>
        </pc:spChg>
        <pc:spChg chg="mod">
          <ac:chgData name="Diana Jaimes Fuentes" userId="S::52968092@u.icesi.edu.co::f9589f89-be89-41ca-867c-0eea0e3eedee" providerId="AD" clId="Web-{4E16A0D9-AE26-A220-997F-3B382D61032D}" dt="2026-09-10T20:52:44.532" v="241" actId="1076"/>
          <ac:spMkLst>
            <pc:docMk/>
            <pc:sldMk cId="2374986846" sldId="272"/>
            <ac:spMk id="24" creationId="{00000000-0000-0000-0000-000000000000}"/>
          </ac:spMkLst>
        </pc:spChg>
        <pc:spChg chg="mod">
          <ac:chgData name="Diana Jaimes Fuentes" userId="S::52968092@u.icesi.edu.co::f9589f89-be89-41ca-867c-0eea0e3eedee" providerId="AD" clId="Web-{4E16A0D9-AE26-A220-997F-3B382D61032D}" dt="2026-09-10T20:52:44.547" v="242" actId="1076"/>
          <ac:spMkLst>
            <pc:docMk/>
            <pc:sldMk cId="2374986846" sldId="272"/>
            <ac:spMk id="25" creationId="{00000000-0000-0000-0000-000000000000}"/>
          </ac:spMkLst>
        </pc:spChg>
        <pc:spChg chg="mod">
          <ac:chgData name="Diana Jaimes Fuentes" userId="S::52968092@u.icesi.edu.co::f9589f89-be89-41ca-867c-0eea0e3eedee" providerId="AD" clId="Web-{4E16A0D9-AE26-A220-997F-3B382D61032D}" dt="2026-09-10T20:52:44.594" v="243" actId="1076"/>
          <ac:spMkLst>
            <pc:docMk/>
            <pc:sldMk cId="2374986846" sldId="272"/>
            <ac:spMk id="26" creationId="{00000000-0000-0000-0000-000000000000}"/>
          </ac:spMkLst>
        </pc:spChg>
        <pc:spChg chg="mod">
          <ac:chgData name="Diana Jaimes Fuentes" userId="S::52968092@u.icesi.edu.co::f9589f89-be89-41ca-867c-0eea0e3eedee" providerId="AD" clId="Web-{4E16A0D9-AE26-A220-997F-3B382D61032D}" dt="2026-09-10T20:52:44.610" v="244" actId="1076"/>
          <ac:spMkLst>
            <pc:docMk/>
            <pc:sldMk cId="2374986846" sldId="272"/>
            <ac:spMk id="27" creationId="{00000000-0000-0000-0000-000000000000}"/>
          </ac:spMkLst>
        </pc:spChg>
        <pc:spChg chg="mod">
          <ac:chgData name="Diana Jaimes Fuentes" userId="S::52968092@u.icesi.edu.co::f9589f89-be89-41ca-867c-0eea0e3eedee" providerId="AD" clId="Web-{4E16A0D9-AE26-A220-997F-3B382D61032D}" dt="2026-09-10T20:52:44.625" v="245" actId="1076"/>
          <ac:spMkLst>
            <pc:docMk/>
            <pc:sldMk cId="2374986846" sldId="272"/>
            <ac:spMk id="28" creationId="{00000000-0000-0000-0000-000000000000}"/>
          </ac:spMkLst>
        </pc:spChg>
        <pc:spChg chg="mod">
          <ac:chgData name="Diana Jaimes Fuentes" userId="S::52968092@u.icesi.edu.co::f9589f89-be89-41ca-867c-0eea0e3eedee" providerId="AD" clId="Web-{4E16A0D9-AE26-A220-997F-3B382D61032D}" dt="2026-09-10T20:52:44.657" v="246" actId="1076"/>
          <ac:spMkLst>
            <pc:docMk/>
            <pc:sldMk cId="2374986846" sldId="272"/>
            <ac:spMk id="29" creationId="{00000000-0000-0000-0000-000000000000}"/>
          </ac:spMkLst>
        </pc:spChg>
        <pc:spChg chg="mod">
          <ac:chgData name="Diana Jaimes Fuentes" userId="S::52968092@u.icesi.edu.co::f9589f89-be89-41ca-867c-0eea0e3eedee" providerId="AD" clId="Web-{4E16A0D9-AE26-A220-997F-3B382D61032D}" dt="2026-09-10T20:52:44.672" v="247" actId="1076"/>
          <ac:spMkLst>
            <pc:docMk/>
            <pc:sldMk cId="2374986846" sldId="272"/>
            <ac:spMk id="30" creationId="{00000000-0000-0000-0000-000000000000}"/>
          </ac:spMkLst>
        </pc:spChg>
        <pc:spChg chg="mod">
          <ac:chgData name="Diana Jaimes Fuentes" userId="S::52968092@u.icesi.edu.co::f9589f89-be89-41ca-867c-0eea0e3eedee" providerId="AD" clId="Web-{4E16A0D9-AE26-A220-997F-3B382D61032D}" dt="2026-09-10T20:52:44.688" v="248" actId="1076"/>
          <ac:spMkLst>
            <pc:docMk/>
            <pc:sldMk cId="2374986846" sldId="272"/>
            <ac:spMk id="31" creationId="{00000000-0000-0000-0000-000000000000}"/>
          </ac:spMkLst>
        </pc:spChg>
        <pc:spChg chg="mod">
          <ac:chgData name="Diana Jaimes Fuentes" userId="S::52968092@u.icesi.edu.co::f9589f89-be89-41ca-867c-0eea0e3eedee" providerId="AD" clId="Web-{4E16A0D9-AE26-A220-997F-3B382D61032D}" dt="2026-09-10T20:52:44.704" v="249" actId="1076"/>
          <ac:spMkLst>
            <pc:docMk/>
            <pc:sldMk cId="2374986846" sldId="272"/>
            <ac:spMk id="32" creationId="{00000000-0000-0000-0000-000000000000}"/>
          </ac:spMkLst>
        </pc:spChg>
        <pc:spChg chg="mod">
          <ac:chgData name="Diana Jaimes Fuentes" userId="S::52968092@u.icesi.edu.co::f9589f89-be89-41ca-867c-0eea0e3eedee" providerId="AD" clId="Web-{4E16A0D9-AE26-A220-997F-3B382D61032D}" dt="2026-09-10T20:52:44.719" v="250" actId="1076"/>
          <ac:spMkLst>
            <pc:docMk/>
            <pc:sldMk cId="2374986846" sldId="272"/>
            <ac:spMk id="33" creationId="{00000000-0000-0000-0000-000000000000}"/>
          </ac:spMkLst>
        </pc:spChg>
        <pc:spChg chg="mod">
          <ac:chgData name="Diana Jaimes Fuentes" userId="S::52968092@u.icesi.edu.co::f9589f89-be89-41ca-867c-0eea0e3eedee" providerId="AD" clId="Web-{4E16A0D9-AE26-A220-997F-3B382D61032D}" dt="2026-09-10T20:52:44.735" v="251" actId="1076"/>
          <ac:spMkLst>
            <pc:docMk/>
            <pc:sldMk cId="2374986846" sldId="272"/>
            <ac:spMk id="34" creationId="{00000000-0000-0000-0000-000000000000}"/>
          </ac:spMkLst>
        </pc:spChg>
        <pc:spChg chg="mod">
          <ac:chgData name="Diana Jaimes Fuentes" userId="S::52968092@u.icesi.edu.co::f9589f89-be89-41ca-867c-0eea0e3eedee" providerId="AD" clId="Web-{4E16A0D9-AE26-A220-997F-3B382D61032D}" dt="2026-09-10T20:52:44.766" v="252" actId="1076"/>
          <ac:spMkLst>
            <pc:docMk/>
            <pc:sldMk cId="2374986846" sldId="272"/>
            <ac:spMk id="35" creationId="{00000000-0000-0000-0000-000000000000}"/>
          </ac:spMkLst>
        </pc:spChg>
        <pc:spChg chg="mod">
          <ac:chgData name="Diana Jaimes Fuentes" userId="S::52968092@u.icesi.edu.co::f9589f89-be89-41ca-867c-0eea0e3eedee" providerId="AD" clId="Web-{4E16A0D9-AE26-A220-997F-3B382D61032D}" dt="2026-09-10T20:52:44.782" v="253" actId="1076"/>
          <ac:spMkLst>
            <pc:docMk/>
            <pc:sldMk cId="2374986846" sldId="272"/>
            <ac:spMk id="36" creationId="{00000000-0000-0000-0000-000000000000}"/>
          </ac:spMkLst>
        </pc:spChg>
        <pc:spChg chg="mod">
          <ac:chgData name="Diana Jaimes Fuentes" userId="S::52968092@u.icesi.edu.co::f9589f89-be89-41ca-867c-0eea0e3eedee" providerId="AD" clId="Web-{4E16A0D9-AE26-A220-997F-3B382D61032D}" dt="2026-09-10T20:52:44.797" v="254" actId="1076"/>
          <ac:spMkLst>
            <pc:docMk/>
            <pc:sldMk cId="2374986846" sldId="272"/>
            <ac:spMk id="37" creationId="{00000000-0000-0000-0000-000000000000}"/>
          </ac:spMkLst>
        </pc:spChg>
        <pc:spChg chg="mod">
          <ac:chgData name="Diana Jaimes Fuentes" userId="S::52968092@u.icesi.edu.co::f9589f89-be89-41ca-867c-0eea0e3eedee" providerId="AD" clId="Web-{4E16A0D9-AE26-A220-997F-3B382D61032D}" dt="2026-09-10T20:52:44.813" v="255" actId="1076"/>
          <ac:spMkLst>
            <pc:docMk/>
            <pc:sldMk cId="2374986846" sldId="272"/>
            <ac:spMk id="38" creationId="{00000000-0000-0000-0000-000000000000}"/>
          </ac:spMkLst>
        </pc:spChg>
        <pc:spChg chg="mod">
          <ac:chgData name="Diana Jaimes Fuentes" userId="S::52968092@u.icesi.edu.co::f9589f89-be89-41ca-867c-0eea0e3eedee" providerId="AD" clId="Web-{4E16A0D9-AE26-A220-997F-3B382D61032D}" dt="2026-09-10T20:52:44.829" v="256" actId="1076"/>
          <ac:spMkLst>
            <pc:docMk/>
            <pc:sldMk cId="2374986846" sldId="272"/>
            <ac:spMk id="39" creationId="{00000000-0000-0000-0000-000000000000}"/>
          </ac:spMkLst>
        </pc:spChg>
        <pc:spChg chg="mod">
          <ac:chgData name="Diana Jaimes Fuentes" userId="S::52968092@u.icesi.edu.co::f9589f89-be89-41ca-867c-0eea0e3eedee" providerId="AD" clId="Web-{4E16A0D9-AE26-A220-997F-3B382D61032D}" dt="2026-09-10T20:52:44.844" v="257" actId="1076"/>
          <ac:spMkLst>
            <pc:docMk/>
            <pc:sldMk cId="2374986846" sldId="272"/>
            <ac:spMk id="40" creationId="{00000000-0000-0000-0000-000000000000}"/>
          </ac:spMkLst>
        </pc:spChg>
        <pc:spChg chg="mod">
          <ac:chgData name="Diana Jaimes Fuentes" userId="S::52968092@u.icesi.edu.co::f9589f89-be89-41ca-867c-0eea0e3eedee" providerId="AD" clId="Web-{4E16A0D9-AE26-A220-997F-3B382D61032D}" dt="2026-09-10T20:52:44.860" v="258" actId="1076"/>
          <ac:spMkLst>
            <pc:docMk/>
            <pc:sldMk cId="2374986846" sldId="272"/>
            <ac:spMk id="41" creationId="{00000000-0000-0000-0000-000000000000}"/>
          </ac:spMkLst>
        </pc:spChg>
        <pc:spChg chg="mod">
          <ac:chgData name="Diana Jaimes Fuentes" userId="S::52968092@u.icesi.edu.co::f9589f89-be89-41ca-867c-0eea0e3eedee" providerId="AD" clId="Web-{4E16A0D9-AE26-A220-997F-3B382D61032D}" dt="2026-09-10T20:52:44.875" v="259" actId="1076"/>
          <ac:spMkLst>
            <pc:docMk/>
            <pc:sldMk cId="2374986846" sldId="272"/>
            <ac:spMk id="42" creationId="{00000000-0000-0000-0000-000000000000}"/>
          </ac:spMkLst>
        </pc:spChg>
        <pc:spChg chg="mod">
          <ac:chgData name="Diana Jaimes Fuentes" userId="S::52968092@u.icesi.edu.co::f9589f89-be89-41ca-867c-0eea0e3eedee" providerId="AD" clId="Web-{4E16A0D9-AE26-A220-997F-3B382D61032D}" dt="2026-09-10T20:52:44.891" v="260" actId="1076"/>
          <ac:spMkLst>
            <pc:docMk/>
            <pc:sldMk cId="2374986846" sldId="272"/>
            <ac:spMk id="43" creationId="{8369500A-9469-96EB-4651-DD4CE78FDFF8}"/>
          </ac:spMkLst>
        </pc:spChg>
        <pc:spChg chg="add mod">
          <ac:chgData name="Diana Jaimes Fuentes" userId="S::52968092@u.icesi.edu.co::f9589f89-be89-41ca-867c-0eea0e3eedee" providerId="AD" clId="Web-{4E16A0D9-AE26-A220-997F-3B382D61032D}" dt="2026-09-10T20:52:17.593" v="218" actId="1076"/>
          <ac:spMkLst>
            <pc:docMk/>
            <pc:sldMk cId="2374986846" sldId="272"/>
            <ac:spMk id="45" creationId="{9827EC61-009E-0F4E-3FBC-C027EA9ED26E}"/>
          </ac:spMkLst>
        </pc:spChg>
        <pc:spChg chg="add">
          <ac:chgData name="Diana Jaimes Fuentes" userId="S::52968092@u.icesi.edu.co::f9589f89-be89-41ca-867c-0eea0e3eedee" providerId="AD" clId="Web-{4E16A0D9-AE26-A220-997F-3B382D61032D}" dt="2026-09-10T20:47:35.208" v="112"/>
          <ac:spMkLst>
            <pc:docMk/>
            <pc:sldMk cId="2374986846" sldId="272"/>
            <ac:spMk id="49" creationId="{413888B3-4FB4-E4EA-942D-614743DBF617}"/>
          </ac:spMkLst>
        </pc:spChg>
        <pc:picChg chg="add">
          <ac:chgData name="Diana Jaimes Fuentes" userId="S::52968092@u.icesi.edu.co::f9589f89-be89-41ca-867c-0eea0e3eedee" providerId="AD" clId="Web-{4E16A0D9-AE26-A220-997F-3B382D61032D}" dt="2026-09-10T20:47:35.193" v="111"/>
          <ac:picMkLst>
            <pc:docMk/>
            <pc:sldMk cId="2374986846" sldId="272"/>
            <ac:picMk id="47" creationId="{FFC57E06-8DEB-7085-269D-A51E792A7E30}"/>
          </ac:picMkLst>
        </pc:picChg>
      </pc:sldChg>
      <pc:sldChg chg="addSp delSp new del">
        <pc:chgData name="Diana Jaimes Fuentes" userId="S::52968092@u.icesi.edu.co::f9589f89-be89-41ca-867c-0eea0e3eedee" providerId="AD" clId="Web-{4E16A0D9-AE26-A220-997F-3B382D61032D}" dt="2026-09-11T02:16:35.029" v="528"/>
        <pc:sldMkLst>
          <pc:docMk/>
          <pc:sldMk cId="3787516002" sldId="273"/>
        </pc:sldMkLst>
        <pc:spChg chg="add del">
          <ac:chgData name="Diana Jaimes Fuentes" userId="S::52968092@u.icesi.edu.co::f9589f89-be89-41ca-867c-0eea0e3eedee" providerId="AD" clId="Web-{4E16A0D9-AE26-A220-997F-3B382D61032D}" dt="2026-09-11T02:14:13.586" v="432"/>
          <ac:spMkLst>
            <pc:docMk/>
            <pc:sldMk cId="3787516002" sldId="273"/>
            <ac:spMk id="3" creationId="{522A0691-0B7E-B6F8-CFA0-B84795723218}"/>
          </ac:spMkLst>
        </pc:spChg>
        <pc:spChg chg="add del">
          <ac:chgData name="Diana Jaimes Fuentes" userId="S::52968092@u.icesi.edu.co::f9589f89-be89-41ca-867c-0eea0e3eedee" providerId="AD" clId="Web-{4E16A0D9-AE26-A220-997F-3B382D61032D}" dt="2026-09-11T02:14:13.586" v="430"/>
          <ac:spMkLst>
            <pc:docMk/>
            <pc:sldMk cId="3787516002" sldId="273"/>
            <ac:spMk id="7" creationId="{D4E12E18-5B48-7B36-1211-105A18FF9F4E}"/>
          </ac:spMkLst>
        </pc:spChg>
        <pc:picChg chg="add del">
          <ac:chgData name="Diana Jaimes Fuentes" userId="S::52968092@u.icesi.edu.co::f9589f89-be89-41ca-867c-0eea0e3eedee" providerId="AD" clId="Web-{4E16A0D9-AE26-A220-997F-3B382D61032D}" dt="2026-09-11T02:14:13.586" v="431"/>
          <ac:picMkLst>
            <pc:docMk/>
            <pc:sldMk cId="3787516002" sldId="273"/>
            <ac:picMk id="5" creationId="{1F99BF94-2514-CB46-A81A-AA8586105D26}"/>
          </ac:picMkLst>
        </pc:picChg>
      </pc:sldChg>
      <pc:sldChg chg="addSp delSp modSp add">
        <pc:chgData name="Diana Jaimes Fuentes" userId="S::52968092@u.icesi.edu.co::f9589f89-be89-41ca-867c-0eea0e3eedee" providerId="AD" clId="Web-{4E16A0D9-AE26-A220-997F-3B382D61032D}" dt="2026-09-11T02:16:32.295" v="527" actId="1076"/>
        <pc:sldMkLst>
          <pc:docMk/>
          <pc:sldMk cId="999011213" sldId="274"/>
        </pc:sldMkLst>
        <pc:spChg chg="mod ord">
          <ac:chgData name="Diana Jaimes Fuentes" userId="S::52968092@u.icesi.edu.co::f9589f89-be89-41ca-867c-0eea0e3eedee" providerId="AD" clId="Web-{4E16A0D9-AE26-A220-997F-3B382D61032D}" dt="2026-09-11T02:15:07.448" v="449" actId="1076"/>
          <ac:spMkLst>
            <pc:docMk/>
            <pc:sldMk cId="999011213" sldId="274"/>
            <ac:spMk id="2" creationId="{00000000-0000-0000-0000-000000000000}"/>
          </ac:spMkLst>
        </pc:spChg>
        <pc:spChg chg="mod">
          <ac:chgData name="Diana Jaimes Fuentes" userId="S::52968092@u.icesi.edu.co::f9589f89-be89-41ca-867c-0eea0e3eedee" providerId="AD" clId="Web-{4E16A0D9-AE26-A220-997F-3B382D61032D}" dt="2026-09-11T02:16:11.106" v="494" actId="14100"/>
          <ac:spMkLst>
            <pc:docMk/>
            <pc:sldMk cId="999011213" sldId="274"/>
            <ac:spMk id="3" creationId="{00000000-0000-0000-0000-000000000000}"/>
          </ac:spMkLst>
        </pc:spChg>
        <pc:spChg chg="mod">
          <ac:chgData name="Diana Jaimes Fuentes" userId="S::52968092@u.icesi.edu.co::f9589f89-be89-41ca-867c-0eea0e3eedee" providerId="AD" clId="Web-{4E16A0D9-AE26-A220-997F-3B382D61032D}" dt="2026-09-11T02:16:31.779" v="498" actId="1076"/>
          <ac:spMkLst>
            <pc:docMk/>
            <pc:sldMk cId="999011213" sldId="274"/>
            <ac:spMk id="4" creationId="{00000000-0000-0000-0000-000000000000}"/>
          </ac:spMkLst>
        </pc:spChg>
        <pc:spChg chg="mod">
          <ac:chgData name="Diana Jaimes Fuentes" userId="S::52968092@u.icesi.edu.co::f9589f89-be89-41ca-867c-0eea0e3eedee" providerId="AD" clId="Web-{4E16A0D9-AE26-A220-997F-3B382D61032D}" dt="2026-09-11T02:16:31.795" v="499" actId="1076"/>
          <ac:spMkLst>
            <pc:docMk/>
            <pc:sldMk cId="999011213" sldId="274"/>
            <ac:spMk id="5" creationId="{00000000-0000-0000-0000-000000000000}"/>
          </ac:spMkLst>
        </pc:spChg>
        <pc:spChg chg="mod">
          <ac:chgData name="Diana Jaimes Fuentes" userId="S::52968092@u.icesi.edu.co::f9589f89-be89-41ca-867c-0eea0e3eedee" providerId="AD" clId="Web-{4E16A0D9-AE26-A220-997F-3B382D61032D}" dt="2026-09-11T02:16:31.810" v="500" actId="1076"/>
          <ac:spMkLst>
            <pc:docMk/>
            <pc:sldMk cId="999011213" sldId="274"/>
            <ac:spMk id="6" creationId="{00000000-0000-0000-0000-000000000000}"/>
          </ac:spMkLst>
        </pc:spChg>
        <pc:spChg chg="mod">
          <ac:chgData name="Diana Jaimes Fuentes" userId="S::52968092@u.icesi.edu.co::f9589f89-be89-41ca-867c-0eea0e3eedee" providerId="AD" clId="Web-{4E16A0D9-AE26-A220-997F-3B382D61032D}" dt="2026-09-11T02:16:31.826" v="501" actId="1076"/>
          <ac:spMkLst>
            <pc:docMk/>
            <pc:sldMk cId="999011213" sldId="274"/>
            <ac:spMk id="7" creationId="{00000000-0000-0000-0000-000000000000}"/>
          </ac:spMkLst>
        </pc:spChg>
        <pc:spChg chg="mod">
          <ac:chgData name="Diana Jaimes Fuentes" userId="S::52968092@u.icesi.edu.co::f9589f89-be89-41ca-867c-0eea0e3eedee" providerId="AD" clId="Web-{4E16A0D9-AE26-A220-997F-3B382D61032D}" dt="2026-09-11T02:16:31.842" v="502" actId="1076"/>
          <ac:spMkLst>
            <pc:docMk/>
            <pc:sldMk cId="999011213" sldId="274"/>
            <ac:spMk id="8" creationId="{00000000-0000-0000-0000-000000000000}"/>
          </ac:spMkLst>
        </pc:spChg>
        <pc:spChg chg="mod">
          <ac:chgData name="Diana Jaimes Fuentes" userId="S::52968092@u.icesi.edu.co::f9589f89-be89-41ca-867c-0eea0e3eedee" providerId="AD" clId="Web-{4E16A0D9-AE26-A220-997F-3B382D61032D}" dt="2026-09-11T02:16:31.857" v="503" actId="1076"/>
          <ac:spMkLst>
            <pc:docMk/>
            <pc:sldMk cId="999011213" sldId="274"/>
            <ac:spMk id="9" creationId="{00000000-0000-0000-0000-000000000000}"/>
          </ac:spMkLst>
        </pc:spChg>
        <pc:spChg chg="mod">
          <ac:chgData name="Diana Jaimes Fuentes" userId="S::52968092@u.icesi.edu.co::f9589f89-be89-41ca-867c-0eea0e3eedee" providerId="AD" clId="Web-{4E16A0D9-AE26-A220-997F-3B382D61032D}" dt="2026-09-11T02:16:31.889" v="504" actId="1076"/>
          <ac:spMkLst>
            <pc:docMk/>
            <pc:sldMk cId="999011213" sldId="274"/>
            <ac:spMk id="10" creationId="{00000000-0000-0000-0000-000000000000}"/>
          </ac:spMkLst>
        </pc:spChg>
        <pc:spChg chg="mod">
          <ac:chgData name="Diana Jaimes Fuentes" userId="S::52968092@u.icesi.edu.co::f9589f89-be89-41ca-867c-0eea0e3eedee" providerId="AD" clId="Web-{4E16A0D9-AE26-A220-997F-3B382D61032D}" dt="2026-09-11T02:16:31.904" v="505" actId="1076"/>
          <ac:spMkLst>
            <pc:docMk/>
            <pc:sldMk cId="999011213" sldId="274"/>
            <ac:spMk id="11" creationId="{00000000-0000-0000-0000-000000000000}"/>
          </ac:spMkLst>
        </pc:spChg>
        <pc:spChg chg="mod">
          <ac:chgData name="Diana Jaimes Fuentes" userId="S::52968092@u.icesi.edu.co::f9589f89-be89-41ca-867c-0eea0e3eedee" providerId="AD" clId="Web-{4E16A0D9-AE26-A220-997F-3B382D61032D}" dt="2026-09-11T02:16:31.920" v="506" actId="1076"/>
          <ac:spMkLst>
            <pc:docMk/>
            <pc:sldMk cId="999011213" sldId="274"/>
            <ac:spMk id="12" creationId="{00000000-0000-0000-0000-000000000000}"/>
          </ac:spMkLst>
        </pc:spChg>
        <pc:spChg chg="mod">
          <ac:chgData name="Diana Jaimes Fuentes" userId="S::52968092@u.icesi.edu.co::f9589f89-be89-41ca-867c-0eea0e3eedee" providerId="AD" clId="Web-{4E16A0D9-AE26-A220-997F-3B382D61032D}" dt="2026-09-11T02:16:31.935" v="507" actId="1076"/>
          <ac:spMkLst>
            <pc:docMk/>
            <pc:sldMk cId="999011213" sldId="274"/>
            <ac:spMk id="13" creationId="{00000000-0000-0000-0000-000000000000}"/>
          </ac:spMkLst>
        </pc:spChg>
        <pc:spChg chg="mod">
          <ac:chgData name="Diana Jaimes Fuentes" userId="S::52968092@u.icesi.edu.co::f9589f89-be89-41ca-867c-0eea0e3eedee" providerId="AD" clId="Web-{4E16A0D9-AE26-A220-997F-3B382D61032D}" dt="2026-09-11T02:16:31.951" v="508" actId="1076"/>
          <ac:spMkLst>
            <pc:docMk/>
            <pc:sldMk cId="999011213" sldId="274"/>
            <ac:spMk id="14" creationId="{00000000-0000-0000-0000-000000000000}"/>
          </ac:spMkLst>
        </pc:spChg>
        <pc:spChg chg="mod">
          <ac:chgData name="Diana Jaimes Fuentes" userId="S::52968092@u.icesi.edu.co::f9589f89-be89-41ca-867c-0eea0e3eedee" providerId="AD" clId="Web-{4E16A0D9-AE26-A220-997F-3B382D61032D}" dt="2026-09-11T02:16:31.967" v="509" actId="1076"/>
          <ac:spMkLst>
            <pc:docMk/>
            <pc:sldMk cId="999011213" sldId="274"/>
            <ac:spMk id="15" creationId="{00000000-0000-0000-0000-000000000000}"/>
          </ac:spMkLst>
        </pc:spChg>
        <pc:spChg chg="mod">
          <ac:chgData name="Diana Jaimes Fuentes" userId="S::52968092@u.icesi.edu.co::f9589f89-be89-41ca-867c-0eea0e3eedee" providerId="AD" clId="Web-{4E16A0D9-AE26-A220-997F-3B382D61032D}" dt="2026-09-11T02:16:31.982" v="510" actId="1076"/>
          <ac:spMkLst>
            <pc:docMk/>
            <pc:sldMk cId="999011213" sldId="274"/>
            <ac:spMk id="16" creationId="{00000000-0000-0000-0000-000000000000}"/>
          </ac:spMkLst>
        </pc:spChg>
        <pc:spChg chg="mod">
          <ac:chgData name="Diana Jaimes Fuentes" userId="S::52968092@u.icesi.edu.co::f9589f89-be89-41ca-867c-0eea0e3eedee" providerId="AD" clId="Web-{4E16A0D9-AE26-A220-997F-3B382D61032D}" dt="2026-09-11T02:16:31.998" v="511" actId="1076"/>
          <ac:spMkLst>
            <pc:docMk/>
            <pc:sldMk cId="999011213" sldId="274"/>
            <ac:spMk id="17" creationId="{00000000-0000-0000-0000-000000000000}"/>
          </ac:spMkLst>
        </pc:spChg>
        <pc:spChg chg="mod">
          <ac:chgData name="Diana Jaimes Fuentes" userId="S::52968092@u.icesi.edu.co::f9589f89-be89-41ca-867c-0eea0e3eedee" providerId="AD" clId="Web-{4E16A0D9-AE26-A220-997F-3B382D61032D}" dt="2026-09-11T02:16:32.014" v="512" actId="1076"/>
          <ac:spMkLst>
            <pc:docMk/>
            <pc:sldMk cId="999011213" sldId="274"/>
            <ac:spMk id="18" creationId="{00000000-0000-0000-0000-000000000000}"/>
          </ac:spMkLst>
        </pc:spChg>
        <pc:spChg chg="mod">
          <ac:chgData name="Diana Jaimes Fuentes" userId="S::52968092@u.icesi.edu.co::f9589f89-be89-41ca-867c-0eea0e3eedee" providerId="AD" clId="Web-{4E16A0D9-AE26-A220-997F-3B382D61032D}" dt="2026-09-11T02:16:32.029" v="513" actId="1076"/>
          <ac:spMkLst>
            <pc:docMk/>
            <pc:sldMk cId="999011213" sldId="274"/>
            <ac:spMk id="19" creationId="{00000000-0000-0000-0000-000000000000}"/>
          </ac:spMkLst>
        </pc:spChg>
        <pc:spChg chg="mod">
          <ac:chgData name="Diana Jaimes Fuentes" userId="S::52968092@u.icesi.edu.co::f9589f89-be89-41ca-867c-0eea0e3eedee" providerId="AD" clId="Web-{4E16A0D9-AE26-A220-997F-3B382D61032D}" dt="2026-09-11T02:16:32.045" v="514" actId="1076"/>
          <ac:spMkLst>
            <pc:docMk/>
            <pc:sldMk cId="999011213" sldId="274"/>
            <ac:spMk id="20" creationId="{00000000-0000-0000-0000-000000000000}"/>
          </ac:spMkLst>
        </pc:spChg>
        <pc:spChg chg="mod">
          <ac:chgData name="Diana Jaimes Fuentes" userId="S::52968092@u.icesi.edu.co::f9589f89-be89-41ca-867c-0eea0e3eedee" providerId="AD" clId="Web-{4E16A0D9-AE26-A220-997F-3B382D61032D}" dt="2026-09-11T02:16:32.076" v="515" actId="1076"/>
          <ac:spMkLst>
            <pc:docMk/>
            <pc:sldMk cId="999011213" sldId="274"/>
            <ac:spMk id="21" creationId="{00000000-0000-0000-0000-000000000000}"/>
          </ac:spMkLst>
        </pc:spChg>
        <pc:spChg chg="mod">
          <ac:chgData name="Diana Jaimes Fuentes" userId="S::52968092@u.icesi.edu.co::f9589f89-be89-41ca-867c-0eea0e3eedee" providerId="AD" clId="Web-{4E16A0D9-AE26-A220-997F-3B382D61032D}" dt="2026-09-11T02:16:32.092" v="516" actId="1076"/>
          <ac:spMkLst>
            <pc:docMk/>
            <pc:sldMk cId="999011213" sldId="274"/>
            <ac:spMk id="22" creationId="{00000000-0000-0000-0000-000000000000}"/>
          </ac:spMkLst>
        </pc:spChg>
        <pc:spChg chg="mod">
          <ac:chgData name="Diana Jaimes Fuentes" userId="S::52968092@u.icesi.edu.co::f9589f89-be89-41ca-867c-0eea0e3eedee" providerId="AD" clId="Web-{4E16A0D9-AE26-A220-997F-3B382D61032D}" dt="2026-09-11T02:16:32.107" v="517" actId="1076"/>
          <ac:spMkLst>
            <pc:docMk/>
            <pc:sldMk cId="999011213" sldId="274"/>
            <ac:spMk id="23" creationId="{00000000-0000-0000-0000-000000000000}"/>
          </ac:spMkLst>
        </pc:spChg>
        <pc:spChg chg="mod">
          <ac:chgData name="Diana Jaimes Fuentes" userId="S::52968092@u.icesi.edu.co::f9589f89-be89-41ca-867c-0eea0e3eedee" providerId="AD" clId="Web-{4E16A0D9-AE26-A220-997F-3B382D61032D}" dt="2026-09-11T02:16:32.123" v="518" actId="1076"/>
          <ac:spMkLst>
            <pc:docMk/>
            <pc:sldMk cId="999011213" sldId="274"/>
            <ac:spMk id="24" creationId="{00000000-0000-0000-0000-000000000000}"/>
          </ac:spMkLst>
        </pc:spChg>
        <pc:spChg chg="mod">
          <ac:chgData name="Diana Jaimes Fuentes" userId="S::52968092@u.icesi.edu.co::f9589f89-be89-41ca-867c-0eea0e3eedee" providerId="AD" clId="Web-{4E16A0D9-AE26-A220-997F-3B382D61032D}" dt="2026-09-11T02:16:32.139" v="519" actId="1076"/>
          <ac:spMkLst>
            <pc:docMk/>
            <pc:sldMk cId="999011213" sldId="274"/>
            <ac:spMk id="25" creationId="{00000000-0000-0000-0000-000000000000}"/>
          </ac:spMkLst>
        </pc:spChg>
        <pc:spChg chg="mod">
          <ac:chgData name="Diana Jaimes Fuentes" userId="S::52968092@u.icesi.edu.co::f9589f89-be89-41ca-867c-0eea0e3eedee" providerId="AD" clId="Web-{4E16A0D9-AE26-A220-997F-3B382D61032D}" dt="2026-09-11T02:16:32.154" v="520" actId="1076"/>
          <ac:spMkLst>
            <pc:docMk/>
            <pc:sldMk cId="999011213" sldId="274"/>
            <ac:spMk id="26" creationId="{00000000-0000-0000-0000-000000000000}"/>
          </ac:spMkLst>
        </pc:spChg>
        <pc:spChg chg="mod">
          <ac:chgData name="Diana Jaimes Fuentes" userId="S::52968092@u.icesi.edu.co::f9589f89-be89-41ca-867c-0eea0e3eedee" providerId="AD" clId="Web-{4E16A0D9-AE26-A220-997F-3B382D61032D}" dt="2026-09-11T02:16:32.170" v="521" actId="1076"/>
          <ac:spMkLst>
            <pc:docMk/>
            <pc:sldMk cId="999011213" sldId="274"/>
            <ac:spMk id="27" creationId="{00000000-0000-0000-0000-000000000000}"/>
          </ac:spMkLst>
        </pc:spChg>
        <pc:spChg chg="mod">
          <ac:chgData name="Diana Jaimes Fuentes" userId="S::52968092@u.icesi.edu.co::f9589f89-be89-41ca-867c-0eea0e3eedee" providerId="AD" clId="Web-{4E16A0D9-AE26-A220-997F-3B382D61032D}" dt="2026-09-11T02:16:32.185" v="522" actId="1076"/>
          <ac:spMkLst>
            <pc:docMk/>
            <pc:sldMk cId="999011213" sldId="274"/>
            <ac:spMk id="28" creationId="{00000000-0000-0000-0000-000000000000}"/>
          </ac:spMkLst>
        </pc:spChg>
        <pc:spChg chg="mod">
          <ac:chgData name="Diana Jaimes Fuentes" userId="S::52968092@u.icesi.edu.co::f9589f89-be89-41ca-867c-0eea0e3eedee" providerId="AD" clId="Web-{4E16A0D9-AE26-A220-997F-3B382D61032D}" dt="2026-09-11T02:16:32.201" v="523" actId="1076"/>
          <ac:spMkLst>
            <pc:docMk/>
            <pc:sldMk cId="999011213" sldId="274"/>
            <ac:spMk id="29" creationId="{00000000-0000-0000-0000-000000000000}"/>
          </ac:spMkLst>
        </pc:spChg>
        <pc:spChg chg="mod">
          <ac:chgData name="Diana Jaimes Fuentes" userId="S::52968092@u.icesi.edu.co::f9589f89-be89-41ca-867c-0eea0e3eedee" providerId="AD" clId="Web-{4E16A0D9-AE26-A220-997F-3B382D61032D}" dt="2026-09-11T02:16:32.232" v="524" actId="1076"/>
          <ac:spMkLst>
            <pc:docMk/>
            <pc:sldMk cId="999011213" sldId="274"/>
            <ac:spMk id="30" creationId="{00000000-0000-0000-0000-000000000000}"/>
          </ac:spMkLst>
        </pc:spChg>
        <pc:spChg chg="mod">
          <ac:chgData name="Diana Jaimes Fuentes" userId="S::52968092@u.icesi.edu.co::f9589f89-be89-41ca-867c-0eea0e3eedee" providerId="AD" clId="Web-{4E16A0D9-AE26-A220-997F-3B382D61032D}" dt="2026-09-11T02:16:32.248" v="525" actId="1076"/>
          <ac:spMkLst>
            <pc:docMk/>
            <pc:sldMk cId="999011213" sldId="274"/>
            <ac:spMk id="31" creationId="{00000000-0000-0000-0000-000000000000}"/>
          </ac:spMkLst>
        </pc:spChg>
        <pc:spChg chg="mod">
          <ac:chgData name="Diana Jaimes Fuentes" userId="S::52968092@u.icesi.edu.co::f9589f89-be89-41ca-867c-0eea0e3eedee" providerId="AD" clId="Web-{4E16A0D9-AE26-A220-997F-3B382D61032D}" dt="2026-09-11T02:16:32.264" v="526" actId="1076"/>
          <ac:spMkLst>
            <pc:docMk/>
            <pc:sldMk cId="999011213" sldId="274"/>
            <ac:spMk id="32" creationId="{00000000-0000-0000-0000-000000000000}"/>
          </ac:spMkLst>
        </pc:spChg>
        <pc:spChg chg="mod">
          <ac:chgData name="Diana Jaimes Fuentes" userId="S::52968092@u.icesi.edu.co::f9589f89-be89-41ca-867c-0eea0e3eedee" providerId="AD" clId="Web-{4E16A0D9-AE26-A220-997F-3B382D61032D}" dt="2026-09-11T02:16:32.295" v="527" actId="1076"/>
          <ac:spMkLst>
            <pc:docMk/>
            <pc:sldMk cId="999011213" sldId="274"/>
            <ac:spMk id="33" creationId="{00000000-0000-0000-0000-000000000000}"/>
          </ac:spMkLst>
        </pc:spChg>
        <pc:spChg chg="del mod">
          <ac:chgData name="Diana Jaimes Fuentes" userId="S::52968092@u.icesi.edu.co::f9589f89-be89-41ca-867c-0eea0e3eedee" providerId="AD" clId="Web-{4E16A0D9-AE26-A220-997F-3B382D61032D}" dt="2026-09-11T02:16:24.888" v="497"/>
          <ac:spMkLst>
            <pc:docMk/>
            <pc:sldMk cId="999011213" sldId="274"/>
            <ac:spMk id="34" creationId="{00000000-0000-0000-0000-000000000000}"/>
          </ac:spMkLst>
        </pc:spChg>
        <pc:spChg chg="add mod">
          <ac:chgData name="Diana Jaimes Fuentes" userId="S::52968092@u.icesi.edu.co::f9589f89-be89-41ca-867c-0eea0e3eedee" providerId="AD" clId="Web-{4E16A0D9-AE26-A220-997F-3B382D61032D}" dt="2026-09-11T02:15:31.355" v="485" actId="1076"/>
          <ac:spMkLst>
            <pc:docMk/>
            <pc:sldMk cId="999011213" sldId="274"/>
            <ac:spMk id="35" creationId="{522A0691-0B7E-B6F8-CFA0-B84795723218}"/>
          </ac:spMkLst>
        </pc:spChg>
        <pc:spChg chg="add mod">
          <ac:chgData name="Diana Jaimes Fuentes" userId="S::52968092@u.icesi.edu.co::f9589f89-be89-41ca-867c-0eea0e3eedee" providerId="AD" clId="Web-{4E16A0D9-AE26-A220-997F-3B382D61032D}" dt="2026-09-11T02:15:27.777" v="484" actId="1076"/>
          <ac:spMkLst>
            <pc:docMk/>
            <pc:sldMk cId="999011213" sldId="274"/>
            <ac:spMk id="37" creationId="{D4E12E18-5B48-7B36-1211-105A18FF9F4E}"/>
          </ac:spMkLst>
        </pc:spChg>
        <pc:picChg chg="add mod">
          <ac:chgData name="Diana Jaimes Fuentes" userId="S::52968092@u.icesi.edu.co::f9589f89-be89-41ca-867c-0eea0e3eedee" providerId="AD" clId="Web-{4E16A0D9-AE26-A220-997F-3B382D61032D}" dt="2026-09-11T02:15:04.557" v="447" actId="1076"/>
          <ac:picMkLst>
            <pc:docMk/>
            <pc:sldMk cId="999011213" sldId="274"/>
            <ac:picMk id="36" creationId="{1F99BF94-2514-CB46-A81A-AA8586105D26}"/>
          </ac:picMkLst>
        </pc:picChg>
      </pc:sldChg>
      <pc:sldChg chg="add del">
        <pc:chgData name="Diana Jaimes Fuentes" userId="S::52968092@u.icesi.edu.co::f9589f89-be89-41ca-867c-0eea0e3eedee" providerId="AD" clId="Web-{4E16A0D9-AE26-A220-997F-3B382D61032D}" dt="2026-09-10T20:58:32.060" v="426"/>
        <pc:sldMkLst>
          <pc:docMk/>
          <pc:sldMk cId="3201312996" sldId="27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EBC68B47-20A2-4563-82A5-6D314BFB3FFE}" type="datetimeFigureOut">
              <a:t>9/10/2026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18D967CB-41B7-47D7-AC08-36C8851DAFFD}" type="slidenum">
              <a:t>‹#›</a:t>
            </a:fld>
            <a:endParaRPr lang="en-US"/>
          </a:p>
        </p:txBody>
      </p:sp>
    </p:spTree>
    <p:extLst>
      <p:ext uri="{BB962C8B-B14F-4D97-AF65-F5344CB8AC3E}">
        <p14:creationId xmlns:p14="http://schemas.microsoft.com/office/powerpoint/2010/main" val="2543776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Apertura. Antes de arrancar el contenido técnico, ubicar a la clase en la narrativa del curso: qué trajimos de U3 y U4, qué vamos a construir hoy, y qué le vamos a entregar a U6. No empezar con tecnología -- empezar con el hilo de la historia.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Recorrer las 4 columnas de izquierda a derecha, deteniendose en 'HOY'. Mensaje clave: el modelo de U4 no sirve de nada si nadie puede consultarlo -- hoy lo convertimos en algo que el negocio puede usar de verdad.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Presentar el pedido tal cual, sin mostrar tecnologia todavia. Pedir a la clase: 'que necesitan para cumplir esto?' -- recoger hipotesis en el tablero. La respuesta mayoritaria va a ser 'desplegar el modelo en un endpoint'. Perfecto, eso es lo que sigue.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Estos 4 codigos son los que realmente usa main.py del lab. No son teoria abstracta de HTTP -- son los que van a ver en pantalla cuando prueben la API con curl. 422 es el mas importante para la clase: es el que en U6 habilita la cuarentena del DAG.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diagrama muestra el patron de trafico real del caso (picos en horario laboral, cero de noche) y como cada arquitectura de costo reacciona a ese patron: la VM cobra parejo todo el dia (franja roja constante), Cloud Run solo cobra en los tramos con trafico real (franja verde solo debajo de las barras). El numero de costo es medido, no estimado. Cerrar retomando la garantia 5 pendiente.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Este es el diagrama de lo que realmente se construyo y desplego. Explicar cada caja: el CRM manda el request, Cloud Run corre el contenedor con FastAPI y el modelo adentro, el modelo se descarga de GCS UNA sola vez al arrancar (lifecycle), no en cada request. Mencionar la service account dedicada y el logging.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Panorama de patrones reales de la industria, no un debate binario. Fila 2 (nuestra solucion) resaltada. Fila 5 (batch) es el gancho directo hacia Unidad 6 -- decirlo explicito al cierre. Ejemplos verificados por busqueda: Uber/Michelangelo sobre Kubernetes (confirmado), Netflix precomputo nocturno + re-ranking en vivo (confirmado, es hibrido no 100% batch), SageMaker en fintech de pagos (patron confirmado, generico no una empresa especifica).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Cierre de la sesion. Leer la pregunta de salida en voz alta y dejarla en el aire -- es literalmente la pregunta de apertura de U6. No se responde hoy.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454E9"/>
        </a:solidFill>
        <a:effectLst/>
      </p:bgPr>
    </p:bg>
    <p:spTree>
      <p:nvGrpSpPr>
        <p:cNvPr id="1" name=""/>
        <p:cNvGrpSpPr/>
        <p:nvPr/>
      </p:nvGrpSpPr>
      <p:grpSpPr>
        <a:xfrm>
          <a:off x="0" y="0"/>
          <a:ext cx="0" cy="0"/>
          <a:chOff x="0" y="0"/>
          <a:chExt cx="0" cy="0"/>
        </a:xfrm>
      </p:grpSpPr>
      <p:sp>
        <p:nvSpPr>
          <p:cNvPr id="2" name="Text 0"/>
          <p:cNvSpPr txBox="1"/>
          <p:nvPr/>
        </p:nvSpPr>
        <p:spPr>
          <a:xfrm>
            <a:off x="731520" y="731520"/>
            <a:ext cx="7315200" cy="457200"/>
          </a:xfrm>
          <a:prstGeom prst="rect">
            <a:avLst/>
          </a:prstGeom>
          <a:noFill/>
          <a:ln/>
        </p:spPr>
        <p:txBody>
          <a:bodyPr wrap="square" rtlCol="0" anchor="ctr"/>
          <a:lstStyle/>
          <a:p>
            <a:pPr marL="0" indent="0">
              <a:buNone/>
            </a:pPr>
            <a:r>
              <a:rPr lang="en-US" sz="1600" b="1" kern="0" spc="300">
                <a:solidFill>
                  <a:srgbClr val="FFFFFF"/>
                </a:solidFill>
                <a:latin typeface="Arial" pitchFamily="34" charset="0"/>
                <a:ea typeface="Arial" pitchFamily="34" charset="-122"/>
                <a:cs typeface="Arial" pitchFamily="34" charset="-120"/>
              </a:rPr>
              <a:t>UNIDAD 5</a:t>
            </a:r>
            <a:endParaRPr lang="en-US" sz="1600"/>
          </a:p>
        </p:txBody>
      </p:sp>
      <p:sp>
        <p:nvSpPr>
          <p:cNvPr id="3" name="Text 1"/>
          <p:cNvSpPr txBox="1"/>
          <p:nvPr/>
        </p:nvSpPr>
        <p:spPr>
          <a:xfrm>
            <a:off x="731520" y="2103120"/>
            <a:ext cx="10058400" cy="2194560"/>
          </a:xfrm>
          <a:prstGeom prst="rect">
            <a:avLst/>
          </a:prstGeom>
          <a:noFill/>
          <a:ln/>
        </p:spPr>
        <p:txBody>
          <a:bodyPr wrap="square" rtlCol="0" anchor="ctr"/>
          <a:lstStyle/>
          <a:p>
            <a:pPr marL="0" indent="0">
              <a:lnSpc>
                <a:spcPts val="4600"/>
              </a:lnSpc>
              <a:buNone/>
            </a:pPr>
            <a:r>
              <a:rPr lang="en-US" sz="4000" b="1">
                <a:solidFill>
                  <a:srgbClr val="FFFFFF"/>
                </a:solidFill>
                <a:latin typeface="Arial" pitchFamily="34" charset="0"/>
                <a:ea typeface="Arial" pitchFamily="34" charset="-122"/>
                <a:cs typeface="Arial" pitchFamily="34" charset="-120"/>
              </a:rPr>
              <a:t>Del modelo entrenado</a:t>
            </a:r>
            <a:endParaRPr lang="en-US" sz="4000"/>
          </a:p>
          <a:p>
            <a:pPr marL="0" indent="0">
              <a:lnSpc>
                <a:spcPts val="4600"/>
              </a:lnSpc>
              <a:buNone/>
            </a:pPr>
            <a:r>
              <a:rPr lang="en-US" sz="4000" b="1">
                <a:solidFill>
                  <a:srgbClr val="FFFFFF"/>
                </a:solidFill>
                <a:latin typeface="Arial" pitchFamily="34" charset="0"/>
                <a:ea typeface="Arial" pitchFamily="34" charset="-122"/>
                <a:cs typeface="Arial" pitchFamily="34" charset="-120"/>
              </a:rPr>
              <a:t>al servicio en producción</a:t>
            </a:r>
            <a:endParaRPr lang="en-US" sz="4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972800" cy="365760"/>
          </a:xfrm>
          <a:prstGeom prst="rect">
            <a:avLst/>
          </a:prstGeom>
          <a:noFill/>
          <a:ln/>
        </p:spPr>
        <p:txBody>
          <a:bodyPr wrap="square" rtlCol="0" anchor="ctr"/>
          <a:lstStyle/>
          <a:p>
            <a:pPr marL="0" indent="0">
              <a:buNone/>
            </a:pPr>
            <a:r>
              <a:rPr lang="en-US" sz="1200" b="1" kern="0" spc="200">
                <a:solidFill>
                  <a:srgbClr val="5454E9"/>
                </a:solidFill>
                <a:latin typeface="Arial" pitchFamily="34" charset="0"/>
                <a:ea typeface="Arial" pitchFamily="34" charset="-122"/>
                <a:cs typeface="Arial" pitchFamily="34" charset="-120"/>
              </a:rPr>
              <a:t>CONTINUIDAD DEL CURSO</a:t>
            </a:r>
            <a:endParaRPr lang="en-US" sz="1200"/>
          </a:p>
        </p:txBody>
      </p:sp>
      <p:sp>
        <p:nvSpPr>
          <p:cNvPr id="4" name="Shape 2"/>
          <p:cNvSpPr/>
          <p:nvPr/>
        </p:nvSpPr>
        <p:spPr>
          <a:xfrm>
            <a:off x="548640" y="1828800"/>
            <a:ext cx="2606040" cy="3931920"/>
          </a:xfrm>
          <a:prstGeom prst="roundRect">
            <a:avLst>
              <a:gd name="adj" fmla="val 2807"/>
            </a:avLst>
          </a:prstGeom>
          <a:solidFill>
            <a:srgbClr val="FFFFFF"/>
          </a:solidFill>
          <a:ln w="12700">
            <a:solidFill>
              <a:srgbClr val="CBD5E1"/>
            </a:solidFill>
            <a:prstDash val="solid"/>
          </a:ln>
        </p:spPr>
      </p:sp>
      <p:sp>
        <p:nvSpPr>
          <p:cNvPr id="5" name="Text 3"/>
          <p:cNvSpPr txBox="1"/>
          <p:nvPr/>
        </p:nvSpPr>
        <p:spPr>
          <a:xfrm>
            <a:off x="731520" y="2057400"/>
            <a:ext cx="2240280" cy="457200"/>
          </a:xfrm>
          <a:prstGeom prst="rect">
            <a:avLst/>
          </a:prstGeom>
          <a:noFill/>
          <a:ln/>
        </p:spPr>
        <p:txBody>
          <a:bodyPr wrap="square" rtlCol="0" anchor="ctr"/>
          <a:lstStyle/>
          <a:p>
            <a:pPr marL="0" indent="0">
              <a:buNone/>
            </a:pPr>
            <a:r>
              <a:rPr lang="en-US" sz="1500" b="1">
                <a:solidFill>
                  <a:srgbClr val="1E293B"/>
                </a:solidFill>
                <a:latin typeface="Arial" pitchFamily="34" charset="0"/>
                <a:ea typeface="Arial" pitchFamily="34" charset="-122"/>
                <a:cs typeface="Arial" pitchFamily="34" charset="-120"/>
              </a:rPr>
              <a:t>U3 — Datos</a:t>
            </a:r>
            <a:endParaRPr lang="en-US" sz="1500"/>
          </a:p>
        </p:txBody>
      </p:sp>
      <p:sp>
        <p:nvSpPr>
          <p:cNvPr id="6" name="Text 4"/>
          <p:cNvSpPr txBox="1"/>
          <p:nvPr/>
        </p:nvSpPr>
        <p:spPr>
          <a:xfrm>
            <a:off x="731520" y="2606040"/>
            <a:ext cx="2240280" cy="3017520"/>
          </a:xfrm>
          <a:prstGeom prst="rect">
            <a:avLst/>
          </a:prstGeom>
          <a:noFill/>
          <a:ln/>
        </p:spPr>
        <p:txBody>
          <a:bodyPr wrap="square" rtlCol="0" anchor="ctr"/>
          <a:lstStyle/>
          <a:p>
            <a:pPr marL="342900" indent="-342900">
              <a:spcAft>
                <a:spcPts val="1000"/>
              </a:spcAft>
              <a:buSzPct val="100000"/>
              <a:buChar char="•"/>
            </a:pPr>
            <a:r>
              <a:rPr lang="en-US" sz="1300">
                <a:solidFill>
                  <a:srgbClr val="475569"/>
                </a:solidFill>
                <a:latin typeface="Arial" pitchFamily="34" charset="0"/>
                <a:ea typeface="Arial" pitchFamily="34" charset="-122"/>
                <a:cs typeface="Arial" pitchFamily="34" charset="-120"/>
              </a:rPr>
              <a:t>Datos limpios</a:t>
            </a:r>
            <a:endParaRPr lang="en-US" sz="1300"/>
          </a:p>
          <a:p>
            <a:pPr marL="342900" indent="-342900">
              <a:spcAft>
                <a:spcPts val="1000"/>
              </a:spcAft>
              <a:buSzPct val="100000"/>
              <a:buChar char="•"/>
            </a:pPr>
            <a:r>
              <a:rPr lang="en-US" sz="1300">
                <a:solidFill>
                  <a:srgbClr val="475569"/>
                </a:solidFill>
                <a:latin typeface="Arial" pitchFamily="34" charset="0"/>
                <a:ea typeface="Arial" pitchFamily="34" charset="-122"/>
                <a:cs typeface="Arial" pitchFamily="34" charset="-120"/>
              </a:rPr>
              <a:t>Sesgo detectado y documentado</a:t>
            </a:r>
            <a:endParaRPr lang="en-US" sz="1300"/>
          </a:p>
        </p:txBody>
      </p:sp>
      <p:sp>
        <p:nvSpPr>
          <p:cNvPr id="7" name="Shape 5"/>
          <p:cNvSpPr/>
          <p:nvPr/>
        </p:nvSpPr>
        <p:spPr>
          <a:xfrm>
            <a:off x="3383280" y="1828800"/>
            <a:ext cx="2606040" cy="3931920"/>
          </a:xfrm>
          <a:prstGeom prst="roundRect">
            <a:avLst>
              <a:gd name="adj" fmla="val 2807"/>
            </a:avLst>
          </a:prstGeom>
          <a:solidFill>
            <a:srgbClr val="FFFFFF"/>
          </a:solidFill>
          <a:ln w="12700">
            <a:solidFill>
              <a:srgbClr val="CBD5E1"/>
            </a:solidFill>
            <a:prstDash val="solid"/>
          </a:ln>
        </p:spPr>
      </p:sp>
      <p:sp>
        <p:nvSpPr>
          <p:cNvPr id="8" name="Text 6"/>
          <p:cNvSpPr txBox="1"/>
          <p:nvPr/>
        </p:nvSpPr>
        <p:spPr>
          <a:xfrm>
            <a:off x="3566160" y="2057400"/>
            <a:ext cx="2240280" cy="457200"/>
          </a:xfrm>
          <a:prstGeom prst="rect">
            <a:avLst/>
          </a:prstGeom>
          <a:noFill/>
          <a:ln/>
        </p:spPr>
        <p:txBody>
          <a:bodyPr wrap="square" rtlCol="0" anchor="ctr"/>
          <a:lstStyle/>
          <a:p>
            <a:pPr marL="0" indent="0">
              <a:buNone/>
            </a:pPr>
            <a:r>
              <a:rPr lang="en-US" sz="1500" b="1">
                <a:solidFill>
                  <a:srgbClr val="1E293B"/>
                </a:solidFill>
                <a:latin typeface="Arial" pitchFamily="34" charset="0"/>
                <a:ea typeface="Arial" pitchFamily="34" charset="-122"/>
                <a:cs typeface="Arial" pitchFamily="34" charset="-120"/>
              </a:rPr>
              <a:t>U4 — Modelo</a:t>
            </a:r>
            <a:endParaRPr lang="en-US" sz="1500"/>
          </a:p>
        </p:txBody>
      </p:sp>
      <p:sp>
        <p:nvSpPr>
          <p:cNvPr id="9" name="Text 7"/>
          <p:cNvSpPr txBox="1"/>
          <p:nvPr/>
        </p:nvSpPr>
        <p:spPr>
          <a:xfrm>
            <a:off x="3566160" y="2606040"/>
            <a:ext cx="2240280" cy="3017520"/>
          </a:xfrm>
          <a:prstGeom prst="rect">
            <a:avLst/>
          </a:prstGeom>
          <a:noFill/>
          <a:ln/>
        </p:spPr>
        <p:txBody>
          <a:bodyPr wrap="square" lIns="91440" tIns="45720" rIns="91440" bIns="45720" rtlCol="0" anchor="ctr"/>
          <a:lstStyle/>
          <a:p>
            <a:pPr marL="342900" indent="-342900">
              <a:spcAft>
                <a:spcPts val="1000"/>
              </a:spcAft>
              <a:buSzPct val="100000"/>
              <a:buChar char="•"/>
            </a:pPr>
            <a:r>
              <a:rPr lang="en-US" sz="1300">
                <a:solidFill>
                  <a:srgbClr val="475569"/>
                </a:solidFill>
                <a:latin typeface="Arial" pitchFamily="34" charset="0"/>
                <a:ea typeface="Arial" pitchFamily="34" charset="-122"/>
                <a:cs typeface="Arial" pitchFamily="34" charset="-120"/>
              </a:rPr>
              <a:t>Modelo entrenado y evaluado</a:t>
            </a:r>
            <a:endParaRPr lang="en-US" sz="1300"/>
          </a:p>
          <a:p>
            <a:pPr marL="342900" indent="-342900">
              <a:spcAft>
                <a:spcPts val="1000"/>
              </a:spcAft>
              <a:buSzPct val="100000"/>
              <a:buChar char="•"/>
            </a:pPr>
            <a:r>
              <a:rPr lang="en-US" sz="1300">
                <a:solidFill>
                  <a:srgbClr val="475569"/>
                </a:solidFill>
                <a:latin typeface="Arial" pitchFamily="34" charset="0"/>
                <a:ea typeface="Arial" pitchFamily="34" charset="-122"/>
                <a:cs typeface="Arial" pitchFamily="34" charset="-120"/>
              </a:rPr>
              <a:t>Ganador elegido (Arquitectura B)</a:t>
            </a:r>
            <a:endParaRPr lang="en-US" sz="1300"/>
          </a:p>
          <a:p>
            <a:pPr marL="342900" indent="-342900">
              <a:spcAft>
                <a:spcPts val="1000"/>
              </a:spcAft>
              <a:buSzPct val="100000"/>
              <a:buChar char="•"/>
            </a:pPr>
            <a:r>
              <a:rPr lang="en-US" sz="1300" err="1">
                <a:solidFill>
                  <a:srgbClr val="475569"/>
                </a:solidFill>
                <a:latin typeface="Arial"/>
                <a:ea typeface="Arial" pitchFamily="34" charset="-122"/>
                <a:cs typeface="Arial"/>
              </a:rPr>
              <a:t>Equidad</a:t>
            </a:r>
            <a:r>
              <a:rPr lang="en-US" sz="1300">
                <a:solidFill>
                  <a:srgbClr val="475569"/>
                </a:solidFill>
                <a:latin typeface="Arial"/>
                <a:ea typeface="Arial" pitchFamily="34" charset="-122"/>
                <a:cs typeface="Arial"/>
              </a:rPr>
              <a:t> </a:t>
            </a:r>
            <a:r>
              <a:rPr lang="en-US" sz="1300" err="1">
                <a:solidFill>
                  <a:srgbClr val="475569"/>
                </a:solidFill>
                <a:latin typeface="Arial"/>
                <a:ea typeface="Arial" pitchFamily="34" charset="-122"/>
                <a:cs typeface="Arial"/>
              </a:rPr>
              <a:t>corregida</a:t>
            </a:r>
            <a:r>
              <a:rPr lang="en-US" sz="1300">
                <a:solidFill>
                  <a:srgbClr val="475569"/>
                </a:solidFill>
                <a:latin typeface="Arial"/>
                <a:ea typeface="Arial" pitchFamily="34" charset="-122"/>
                <a:cs typeface="Arial"/>
              </a:rPr>
              <a:t> </a:t>
            </a:r>
            <a:endParaRPr lang="en-US" sz="1300">
              <a:solidFill>
                <a:srgbClr val="475569"/>
              </a:solidFill>
              <a:latin typeface="Arial"/>
              <a:cs typeface="Arial"/>
            </a:endParaRPr>
          </a:p>
        </p:txBody>
      </p:sp>
      <p:sp>
        <p:nvSpPr>
          <p:cNvPr id="10" name="Shape 8"/>
          <p:cNvSpPr/>
          <p:nvPr/>
        </p:nvSpPr>
        <p:spPr>
          <a:xfrm>
            <a:off x="6217920" y="1828800"/>
            <a:ext cx="2606040" cy="3931920"/>
          </a:xfrm>
          <a:prstGeom prst="roundRect">
            <a:avLst>
              <a:gd name="adj" fmla="val 2807"/>
            </a:avLst>
          </a:prstGeom>
          <a:solidFill>
            <a:srgbClr val="5454E9"/>
          </a:solidFill>
          <a:ln w="12700">
            <a:solidFill>
              <a:srgbClr val="CBD5E1"/>
            </a:solidFill>
            <a:prstDash val="solid"/>
          </a:ln>
        </p:spPr>
      </p:sp>
      <p:sp>
        <p:nvSpPr>
          <p:cNvPr id="11" name="Text 9"/>
          <p:cNvSpPr txBox="1"/>
          <p:nvPr/>
        </p:nvSpPr>
        <p:spPr>
          <a:xfrm>
            <a:off x="6400800" y="2057400"/>
            <a:ext cx="2240280" cy="457200"/>
          </a:xfrm>
          <a:prstGeom prst="rect">
            <a:avLst/>
          </a:prstGeom>
          <a:noFill/>
          <a:ln/>
        </p:spPr>
        <p:txBody>
          <a:bodyPr wrap="square" rtlCol="0" anchor="ctr"/>
          <a:lstStyle/>
          <a:p>
            <a:pPr marL="0" indent="0">
              <a:buNone/>
            </a:pPr>
            <a:r>
              <a:rPr lang="en-US" sz="1500" b="1">
                <a:solidFill>
                  <a:srgbClr val="FFFFFF"/>
                </a:solidFill>
                <a:latin typeface="Arial" pitchFamily="34" charset="0"/>
                <a:ea typeface="Arial" pitchFamily="34" charset="-122"/>
                <a:cs typeface="Arial" pitchFamily="34" charset="-120"/>
              </a:rPr>
              <a:t>U5 — HOY</a:t>
            </a:r>
            <a:endParaRPr lang="en-US" sz="1500"/>
          </a:p>
        </p:txBody>
      </p:sp>
      <p:sp>
        <p:nvSpPr>
          <p:cNvPr id="12" name="Text 10"/>
          <p:cNvSpPr txBox="1"/>
          <p:nvPr/>
        </p:nvSpPr>
        <p:spPr>
          <a:xfrm>
            <a:off x="6400800" y="2606040"/>
            <a:ext cx="2240280" cy="3017520"/>
          </a:xfrm>
          <a:prstGeom prst="rect">
            <a:avLst/>
          </a:prstGeom>
          <a:noFill/>
          <a:ln/>
        </p:spPr>
        <p:txBody>
          <a:bodyPr wrap="square" rtlCol="0" anchor="ctr"/>
          <a:lstStyle/>
          <a:p>
            <a:pPr marL="342900" indent="-342900">
              <a:spcAft>
                <a:spcPts val="1000"/>
              </a:spcAft>
              <a:buSzPct val="100000"/>
              <a:buChar char="•"/>
            </a:pPr>
            <a:r>
              <a:rPr lang="en-US" sz="1300">
                <a:solidFill>
                  <a:srgbClr val="FFFFFF"/>
                </a:solidFill>
                <a:latin typeface="Arial" pitchFamily="34" charset="0"/>
                <a:ea typeface="Arial" pitchFamily="34" charset="-122"/>
                <a:cs typeface="Arial" pitchFamily="34" charset="-120"/>
              </a:rPr>
              <a:t>El modelo se vuelve un servicio</a:t>
            </a:r>
            <a:endParaRPr lang="en-US" sz="1300"/>
          </a:p>
          <a:p>
            <a:pPr marL="342900" indent="-342900">
              <a:spcAft>
                <a:spcPts val="1000"/>
              </a:spcAft>
              <a:buSzPct val="100000"/>
              <a:buChar char="•"/>
            </a:pPr>
            <a:r>
              <a:rPr lang="en-US" sz="1300">
                <a:solidFill>
                  <a:srgbClr val="FFFFFF"/>
                </a:solidFill>
                <a:latin typeface="Arial" pitchFamily="34" charset="0"/>
                <a:ea typeface="Arial" pitchFamily="34" charset="-122"/>
                <a:cs typeface="Arial" pitchFamily="34" charset="-120"/>
              </a:rPr>
              <a:t>Contrato + contenedor + Cloud Run</a:t>
            </a:r>
            <a:endParaRPr lang="en-US" sz="1300"/>
          </a:p>
          <a:p>
            <a:pPr marL="342900" indent="-342900">
              <a:spcAft>
                <a:spcPts val="1000"/>
              </a:spcAft>
              <a:buSzPct val="100000"/>
              <a:buChar char="•"/>
            </a:pPr>
            <a:r>
              <a:rPr lang="en-US" sz="1300">
                <a:solidFill>
                  <a:srgbClr val="FFFFFF"/>
                </a:solidFill>
                <a:latin typeface="Arial" pitchFamily="34" charset="0"/>
                <a:ea typeface="Arial" pitchFamily="34" charset="-122"/>
                <a:cs typeface="Arial" pitchFamily="34" charset="-120"/>
              </a:rPr>
              <a:t>Seguro, medible, con costo conocido</a:t>
            </a:r>
            <a:endParaRPr lang="en-US" sz="1300"/>
          </a:p>
        </p:txBody>
      </p:sp>
      <p:sp>
        <p:nvSpPr>
          <p:cNvPr id="13" name="Shape 11"/>
          <p:cNvSpPr/>
          <p:nvPr/>
        </p:nvSpPr>
        <p:spPr>
          <a:xfrm>
            <a:off x="9052560" y="1828800"/>
            <a:ext cx="2606040" cy="3931920"/>
          </a:xfrm>
          <a:prstGeom prst="roundRect">
            <a:avLst>
              <a:gd name="adj" fmla="val 2807"/>
            </a:avLst>
          </a:prstGeom>
          <a:solidFill>
            <a:srgbClr val="FFFFFF"/>
          </a:solidFill>
          <a:ln w="12700">
            <a:solidFill>
              <a:srgbClr val="CBD5E1"/>
            </a:solidFill>
            <a:prstDash val="solid"/>
          </a:ln>
        </p:spPr>
      </p:sp>
      <p:sp>
        <p:nvSpPr>
          <p:cNvPr id="14" name="Text 12"/>
          <p:cNvSpPr txBox="1"/>
          <p:nvPr/>
        </p:nvSpPr>
        <p:spPr>
          <a:xfrm>
            <a:off x="9235440" y="2057400"/>
            <a:ext cx="2240280" cy="457200"/>
          </a:xfrm>
          <a:prstGeom prst="rect">
            <a:avLst/>
          </a:prstGeom>
          <a:noFill/>
          <a:ln/>
        </p:spPr>
        <p:txBody>
          <a:bodyPr wrap="square" rtlCol="0" anchor="ctr"/>
          <a:lstStyle/>
          <a:p>
            <a:pPr marL="0" indent="0">
              <a:buNone/>
            </a:pPr>
            <a:r>
              <a:rPr lang="en-US" sz="1500" b="1">
                <a:solidFill>
                  <a:srgbClr val="1E293B"/>
                </a:solidFill>
                <a:latin typeface="Arial" pitchFamily="34" charset="0"/>
                <a:ea typeface="Arial" pitchFamily="34" charset="-122"/>
                <a:cs typeface="Arial" pitchFamily="34" charset="-120"/>
              </a:rPr>
              <a:t>U6 — Después</a:t>
            </a:r>
            <a:endParaRPr lang="en-US" sz="1500"/>
          </a:p>
        </p:txBody>
      </p:sp>
      <p:sp>
        <p:nvSpPr>
          <p:cNvPr id="15" name="Text 13"/>
          <p:cNvSpPr txBox="1"/>
          <p:nvPr/>
        </p:nvSpPr>
        <p:spPr>
          <a:xfrm>
            <a:off x="9235440" y="2606040"/>
            <a:ext cx="2240280" cy="3017520"/>
          </a:xfrm>
          <a:prstGeom prst="rect">
            <a:avLst/>
          </a:prstGeom>
          <a:noFill/>
          <a:ln/>
        </p:spPr>
        <p:txBody>
          <a:bodyPr wrap="square" rtlCol="0" anchor="ctr"/>
          <a:lstStyle/>
          <a:p>
            <a:pPr marL="342900" indent="-342900">
              <a:spcAft>
                <a:spcPts val="1000"/>
              </a:spcAft>
              <a:buSzPct val="100000"/>
              <a:buChar char="•"/>
            </a:pPr>
            <a:r>
              <a:rPr lang="en-US" sz="1300">
                <a:solidFill>
                  <a:srgbClr val="475569"/>
                </a:solidFill>
                <a:latin typeface="Arial" pitchFamily="34" charset="0"/>
                <a:ea typeface="Arial" pitchFamily="34" charset="-122"/>
                <a:cs typeface="Arial" pitchFamily="34" charset="-120"/>
              </a:rPr>
              <a:t>Airflow llama esta misma API</a:t>
            </a:r>
            <a:endParaRPr lang="en-US" sz="1300"/>
          </a:p>
          <a:p>
            <a:pPr marL="342900" indent="-342900">
              <a:spcAft>
                <a:spcPts val="1000"/>
              </a:spcAft>
              <a:buSzPct val="100000"/>
              <a:buChar char="•"/>
            </a:pPr>
            <a:r>
              <a:rPr lang="en-US" sz="1300">
                <a:solidFill>
                  <a:srgbClr val="475569"/>
                </a:solidFill>
                <a:latin typeface="Arial" pitchFamily="34" charset="0"/>
                <a:ea typeface="Arial" pitchFamily="34" charset="-122"/>
                <a:cs typeface="Arial" pitchFamily="34" charset="-120"/>
              </a:rPr>
              <a:t>En lote, todas las noches</a:t>
            </a:r>
            <a:endParaRPr lang="en-US" sz="1300"/>
          </a:p>
          <a:p>
            <a:pPr marL="342900" indent="-342900">
              <a:spcAft>
                <a:spcPts val="1000"/>
              </a:spcAft>
              <a:buSzPct val="100000"/>
              <a:buChar char="•"/>
            </a:pPr>
            <a:r>
              <a:rPr lang="en-US" sz="1300">
                <a:solidFill>
                  <a:srgbClr val="475569"/>
                </a:solidFill>
                <a:latin typeface="Arial" pitchFamily="34" charset="0"/>
                <a:ea typeface="Arial" pitchFamily="34" charset="-122"/>
                <a:cs typeface="Arial" pitchFamily="34" charset="-120"/>
              </a:rPr>
              <a:t>El 422 habilita la cuarentena</a:t>
            </a:r>
            <a:endParaRPr lang="en-US" sz="1300"/>
          </a:p>
        </p:txBody>
      </p:sp>
      <p:sp>
        <p:nvSpPr>
          <p:cNvPr id="16" name="Google Shape;16;p6">
            <a:extLst>
              <a:ext uri="{FF2B5EF4-FFF2-40B4-BE49-F238E27FC236}">
                <a16:creationId xmlns:a16="http://schemas.microsoft.com/office/drawing/2014/main" id="{83D8696B-E1D4-BFEF-54E8-7FFEF6E2DBC1}"/>
              </a:ext>
            </a:extLst>
          </p:cNvPr>
          <p:cNvSpPr/>
          <p:nvPr/>
        </p:nvSpPr>
        <p:spPr>
          <a:xfrm>
            <a:off x="0" y="0"/>
            <a:ext cx="12188952" cy="932688"/>
          </a:xfrm>
          <a:prstGeom prst="rect">
            <a:avLst/>
          </a:prstGeom>
          <a:solidFill>
            <a:srgbClr val="5454E8"/>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pic>
        <p:nvPicPr>
          <p:cNvPr id="17" name="Google Shape;17;p6">
            <a:extLst>
              <a:ext uri="{FF2B5EF4-FFF2-40B4-BE49-F238E27FC236}">
                <a16:creationId xmlns:a16="http://schemas.microsoft.com/office/drawing/2014/main" id="{B2638244-ECE3-E170-C9ED-BCBFD27E1E72}"/>
              </a:ext>
            </a:extLst>
          </p:cNvPr>
          <p:cNvPicPr preferRelativeResize="0"/>
          <p:nvPr/>
        </p:nvPicPr>
        <p:blipFill rotWithShape="1">
          <a:blip r:embed="rId3">
            <a:alphaModFix/>
          </a:blip>
          <a:srcRect/>
          <a:stretch/>
        </p:blipFill>
        <p:spPr>
          <a:xfrm>
            <a:off x="421249" y="147320"/>
            <a:ext cx="1691640" cy="708128"/>
          </a:xfrm>
          <a:prstGeom prst="rect">
            <a:avLst/>
          </a:prstGeom>
          <a:noFill/>
          <a:ln>
            <a:noFill/>
          </a:ln>
        </p:spPr>
      </p:pic>
      <p:sp>
        <p:nvSpPr>
          <p:cNvPr id="18" name="Google Shape;18;p6">
            <a:extLst>
              <a:ext uri="{FF2B5EF4-FFF2-40B4-BE49-F238E27FC236}">
                <a16:creationId xmlns:a16="http://schemas.microsoft.com/office/drawing/2014/main" id="{B131D820-CE39-8F7C-E224-23257F5DA0C1}"/>
              </a:ext>
            </a:extLst>
          </p:cNvPr>
          <p:cNvSpPr/>
          <p:nvPr/>
        </p:nvSpPr>
        <p:spPr>
          <a:xfrm>
            <a:off x="5760720" y="932688"/>
            <a:ext cx="6428232" cy="658368"/>
          </a:xfrm>
          <a:prstGeom prst="rect">
            <a:avLst/>
          </a:prstGeom>
          <a:solidFill>
            <a:srgbClr val="4CB87A"/>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 name="Text 1"/>
          <p:cNvSpPr txBox="1"/>
          <p:nvPr/>
        </p:nvSpPr>
        <p:spPr>
          <a:xfrm>
            <a:off x="5833794" y="746291"/>
            <a:ext cx="6423854" cy="842498"/>
          </a:xfrm>
          <a:prstGeom prst="rect">
            <a:avLst/>
          </a:prstGeom>
          <a:noFill/>
          <a:ln/>
        </p:spPr>
        <p:txBody>
          <a:bodyPr wrap="square" rtlCol="0" anchor="ctr"/>
          <a:lstStyle/>
          <a:p>
            <a:pPr marL="0" indent="0">
              <a:buNone/>
            </a:pPr>
            <a:r>
              <a:rPr lang="en-US" sz="2800" b="1">
                <a:solidFill>
                  <a:srgbClr val="1E293B"/>
                </a:solidFill>
                <a:latin typeface="Arial" pitchFamily="34" charset="0"/>
                <a:ea typeface="Arial" pitchFamily="34" charset="-122"/>
                <a:cs typeface="Arial" pitchFamily="34" charset="-120"/>
              </a:rPr>
              <a:t>De dónde venimos, a dónde vamos</a:t>
            </a:r>
            <a:endParaRPr lang="en-US" sz="2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972800" cy="365760"/>
          </a:xfrm>
          <a:prstGeom prst="rect">
            <a:avLst/>
          </a:prstGeom>
          <a:noFill/>
          <a:ln/>
        </p:spPr>
        <p:txBody>
          <a:bodyPr wrap="square" rtlCol="0" anchor="ctr"/>
          <a:lstStyle/>
          <a:p>
            <a:pPr marL="0" indent="0">
              <a:buNone/>
            </a:pPr>
            <a:r>
              <a:rPr lang="en-US" sz="1200" b="1" kern="0" spc="200">
                <a:solidFill>
                  <a:srgbClr val="5454E9"/>
                </a:solidFill>
                <a:latin typeface="Arial" pitchFamily="34" charset="0"/>
                <a:ea typeface="Arial" pitchFamily="34" charset="-122"/>
                <a:cs typeface="Arial" pitchFamily="34" charset="-120"/>
              </a:rPr>
              <a:t>CASO DE ESTUDIO — TELCO CHURN</a:t>
            </a:r>
            <a:endParaRPr lang="en-US" sz="1200"/>
          </a:p>
        </p:txBody>
      </p:sp>
      <p:sp>
        <p:nvSpPr>
          <p:cNvPr id="4" name="Text 2"/>
          <p:cNvSpPr txBox="1"/>
          <p:nvPr/>
        </p:nvSpPr>
        <p:spPr>
          <a:xfrm>
            <a:off x="548640" y="1737360"/>
            <a:ext cx="10789920" cy="1005840"/>
          </a:xfrm>
          <a:prstGeom prst="rect">
            <a:avLst/>
          </a:prstGeom>
          <a:noFill/>
          <a:ln/>
        </p:spPr>
        <p:txBody>
          <a:bodyPr wrap="square" lIns="91440" tIns="45720" rIns="91440" bIns="45720" rtlCol="0" anchor="ctr"/>
          <a:lstStyle/>
          <a:p>
            <a:pPr marL="0" indent="0">
              <a:buNone/>
            </a:pPr>
            <a:r>
              <a:rPr lang="en-US" sz="2000" i="1">
                <a:solidFill>
                  <a:srgbClr val="334155"/>
                </a:solidFill>
                <a:latin typeface="Arial"/>
                <a:ea typeface="Arial" pitchFamily="34" charset="-122"/>
                <a:cs typeface="Arial"/>
              </a:rPr>
              <a:t>“</a:t>
            </a:r>
            <a:r>
              <a:rPr lang="en-US" sz="2000" i="1" err="1">
                <a:solidFill>
                  <a:srgbClr val="334155"/>
                </a:solidFill>
                <a:latin typeface="Arial"/>
                <a:ea typeface="Arial" pitchFamily="34" charset="-122"/>
                <a:cs typeface="Arial"/>
              </a:rPr>
              <a:t>Necesitamos</a:t>
            </a:r>
            <a:r>
              <a:rPr lang="en-US" sz="2000" i="1">
                <a:solidFill>
                  <a:srgbClr val="334155"/>
                </a:solidFill>
                <a:latin typeface="Arial"/>
                <a:ea typeface="Arial" pitchFamily="34" charset="-122"/>
                <a:cs typeface="Arial"/>
              </a:rPr>
              <a:t> un </a:t>
            </a:r>
            <a:r>
              <a:rPr lang="en-US" sz="2000" i="1" err="1">
                <a:solidFill>
                  <a:srgbClr val="334155"/>
                </a:solidFill>
                <a:latin typeface="Arial"/>
                <a:ea typeface="Arial" pitchFamily="34" charset="-122"/>
                <a:cs typeface="Arial"/>
              </a:rPr>
              <a:t>puntaje</a:t>
            </a:r>
            <a:r>
              <a:rPr lang="en-US" sz="2000" i="1">
                <a:solidFill>
                  <a:srgbClr val="334155"/>
                </a:solidFill>
                <a:latin typeface="Arial"/>
                <a:ea typeface="Arial" pitchFamily="34" charset="-122"/>
                <a:cs typeface="Arial"/>
              </a:rPr>
              <a:t> de </a:t>
            </a:r>
            <a:r>
              <a:rPr lang="en-US" sz="2000" i="1" err="1">
                <a:solidFill>
                  <a:srgbClr val="334155"/>
                </a:solidFill>
                <a:latin typeface="Arial"/>
                <a:ea typeface="Arial" pitchFamily="34" charset="-122"/>
                <a:cs typeface="Arial"/>
              </a:rPr>
              <a:t>riesgo</a:t>
            </a:r>
            <a:r>
              <a:rPr lang="en-US" sz="2000" i="1">
                <a:solidFill>
                  <a:srgbClr val="334155"/>
                </a:solidFill>
                <a:latin typeface="Arial"/>
                <a:ea typeface="Arial" pitchFamily="34" charset="-122"/>
                <a:cs typeface="Arial"/>
              </a:rPr>
              <a:t> de churn </a:t>
            </a:r>
            <a:r>
              <a:rPr lang="en-US" sz="2000" i="1" err="1">
                <a:solidFill>
                  <a:srgbClr val="334155"/>
                </a:solidFill>
                <a:latin typeface="Arial"/>
                <a:ea typeface="Arial" pitchFamily="34" charset="-122"/>
                <a:cs typeface="Arial"/>
              </a:rPr>
              <a:t>cuando</a:t>
            </a:r>
            <a:r>
              <a:rPr lang="en-US" sz="2000" i="1">
                <a:solidFill>
                  <a:srgbClr val="334155"/>
                </a:solidFill>
                <a:latin typeface="Arial"/>
                <a:ea typeface="Arial" pitchFamily="34" charset="-122"/>
                <a:cs typeface="Arial"/>
              </a:rPr>
              <a:t> el </a:t>
            </a:r>
            <a:r>
              <a:rPr lang="en-US" sz="2000" i="1" err="1">
                <a:solidFill>
                  <a:srgbClr val="334155"/>
                </a:solidFill>
                <a:latin typeface="Arial"/>
                <a:ea typeface="Arial" pitchFamily="34" charset="-122"/>
                <a:cs typeface="Arial"/>
              </a:rPr>
              <a:t>asesor</a:t>
            </a:r>
            <a:r>
              <a:rPr lang="en-US" sz="2000" i="1">
                <a:solidFill>
                  <a:srgbClr val="334155"/>
                </a:solidFill>
                <a:latin typeface="Arial"/>
                <a:ea typeface="Arial" pitchFamily="34" charset="-122"/>
                <a:cs typeface="Arial"/>
              </a:rPr>
              <a:t> </a:t>
            </a:r>
            <a:r>
              <a:rPr lang="en-US" sz="2000" i="1" err="1">
                <a:solidFill>
                  <a:srgbClr val="334155"/>
                </a:solidFill>
                <a:latin typeface="Arial"/>
                <a:ea typeface="Arial" pitchFamily="34" charset="-122"/>
                <a:cs typeface="Arial"/>
              </a:rPr>
              <a:t>abre</a:t>
            </a:r>
            <a:r>
              <a:rPr lang="en-US" sz="2000" i="1">
                <a:solidFill>
                  <a:srgbClr val="334155"/>
                </a:solidFill>
                <a:latin typeface="Arial"/>
                <a:ea typeface="Arial" pitchFamily="34" charset="-122"/>
                <a:cs typeface="Arial"/>
              </a:rPr>
              <a:t> la </a:t>
            </a:r>
            <a:r>
              <a:rPr lang="en-US" sz="2000" i="1" err="1">
                <a:solidFill>
                  <a:srgbClr val="334155"/>
                </a:solidFill>
                <a:latin typeface="Arial"/>
                <a:ea typeface="Arial" pitchFamily="34" charset="-122"/>
                <a:cs typeface="Arial"/>
              </a:rPr>
              <a:t>ficha</a:t>
            </a:r>
            <a:r>
              <a:rPr lang="en-US" sz="2000" i="1">
                <a:solidFill>
                  <a:srgbClr val="334155"/>
                </a:solidFill>
                <a:latin typeface="Arial"/>
                <a:ea typeface="Arial" pitchFamily="34" charset="-122"/>
                <a:cs typeface="Arial"/>
              </a:rPr>
              <a:t> del </a:t>
            </a:r>
            <a:r>
              <a:rPr lang="en-US" sz="2000" i="1" err="1">
                <a:solidFill>
                  <a:srgbClr val="334155"/>
                </a:solidFill>
                <a:latin typeface="Arial"/>
                <a:ea typeface="Arial" pitchFamily="34" charset="-122"/>
                <a:cs typeface="Arial"/>
              </a:rPr>
              <a:t>cliente</a:t>
            </a:r>
            <a:r>
              <a:rPr lang="en-US" sz="2000" i="1">
                <a:solidFill>
                  <a:srgbClr val="334155"/>
                </a:solidFill>
                <a:latin typeface="Arial"/>
                <a:ea typeface="Arial" pitchFamily="34" charset="-122"/>
                <a:cs typeface="Arial"/>
              </a:rPr>
              <a:t>. En </a:t>
            </a:r>
            <a:r>
              <a:rPr lang="en-US" sz="2000" i="1" err="1">
                <a:solidFill>
                  <a:srgbClr val="334155"/>
                </a:solidFill>
                <a:latin typeface="Arial"/>
                <a:ea typeface="Arial" pitchFamily="34" charset="-122"/>
                <a:cs typeface="Arial"/>
              </a:rPr>
              <a:t>menos</a:t>
            </a:r>
            <a:r>
              <a:rPr lang="en-US" sz="2000" i="1">
                <a:solidFill>
                  <a:srgbClr val="334155"/>
                </a:solidFill>
                <a:latin typeface="Arial"/>
                <a:ea typeface="Arial" pitchFamily="34" charset="-122"/>
                <a:cs typeface="Arial"/>
              </a:rPr>
              <a:t> de un segundo.”</a:t>
            </a:r>
            <a:endParaRPr lang="en-US" sz="2000">
              <a:latin typeface="Arial"/>
              <a:cs typeface="Arial"/>
            </a:endParaRPr>
          </a:p>
        </p:txBody>
      </p:sp>
      <p:sp>
        <p:nvSpPr>
          <p:cNvPr id="5" name="Shape 3"/>
          <p:cNvSpPr/>
          <p:nvPr/>
        </p:nvSpPr>
        <p:spPr>
          <a:xfrm>
            <a:off x="548640" y="3017520"/>
            <a:ext cx="5212080" cy="1051560"/>
          </a:xfrm>
          <a:prstGeom prst="roundRect">
            <a:avLst>
              <a:gd name="adj" fmla="val 5217"/>
            </a:avLst>
          </a:prstGeom>
          <a:solidFill>
            <a:srgbClr val="FFFFFF"/>
          </a:solidFill>
          <a:ln w="12700">
            <a:solidFill>
              <a:srgbClr val="CBD5E1"/>
            </a:solidFill>
            <a:prstDash val="solid"/>
          </a:ln>
        </p:spPr>
      </p:sp>
      <p:sp>
        <p:nvSpPr>
          <p:cNvPr id="6" name="Text 4"/>
          <p:cNvSpPr txBox="1"/>
          <p:nvPr/>
        </p:nvSpPr>
        <p:spPr>
          <a:xfrm>
            <a:off x="777240" y="3127248"/>
            <a:ext cx="4754880" cy="365760"/>
          </a:xfrm>
          <a:prstGeom prst="rect">
            <a:avLst/>
          </a:prstGeom>
          <a:noFill/>
          <a:ln/>
        </p:spPr>
        <p:txBody>
          <a:bodyPr wrap="square" rtlCol="0" anchor="ctr"/>
          <a:lstStyle/>
          <a:p>
            <a:pPr marL="0" indent="0">
              <a:buNone/>
            </a:pPr>
            <a:r>
              <a:rPr lang="en-US" sz="1400" b="1">
                <a:solidFill>
                  <a:srgbClr val="5454E9"/>
                </a:solidFill>
                <a:latin typeface="Arial" pitchFamily="34" charset="0"/>
                <a:ea typeface="Arial" pitchFamily="34" charset="-122"/>
                <a:cs typeface="Arial" pitchFamily="34" charset="-120"/>
              </a:rPr>
              <a:t>Tráfico intermitente</a:t>
            </a:r>
            <a:endParaRPr lang="en-US" sz="1400"/>
          </a:p>
        </p:txBody>
      </p:sp>
      <p:sp>
        <p:nvSpPr>
          <p:cNvPr id="7" name="Text 5"/>
          <p:cNvSpPr txBox="1"/>
          <p:nvPr/>
        </p:nvSpPr>
        <p:spPr>
          <a:xfrm>
            <a:off x="777240" y="3493008"/>
            <a:ext cx="4754880" cy="502920"/>
          </a:xfrm>
          <a:prstGeom prst="rect">
            <a:avLst/>
          </a:prstGeom>
          <a:noFill/>
          <a:ln/>
        </p:spPr>
        <p:txBody>
          <a:bodyPr wrap="square" rtlCol="0" anchor="ctr"/>
          <a:lstStyle/>
          <a:p>
            <a:pPr marL="0" indent="0">
              <a:buNone/>
            </a:pPr>
            <a:r>
              <a:rPr lang="en-US" sz="1200">
                <a:solidFill>
                  <a:srgbClr val="475569"/>
                </a:solidFill>
                <a:latin typeface="Arial" pitchFamily="34" charset="0"/>
                <a:ea typeface="Arial" pitchFamily="34" charset="-122"/>
                <a:cs typeface="Arial" pitchFamily="34" charset="-120"/>
              </a:rPr>
              <a:t>Picos en horario de call center, cero de noche</a:t>
            </a:r>
            <a:endParaRPr lang="en-US" sz="1200"/>
          </a:p>
        </p:txBody>
      </p:sp>
      <p:sp>
        <p:nvSpPr>
          <p:cNvPr id="8" name="Shape 6"/>
          <p:cNvSpPr/>
          <p:nvPr/>
        </p:nvSpPr>
        <p:spPr>
          <a:xfrm>
            <a:off x="6126480" y="3017520"/>
            <a:ext cx="5212080" cy="1051560"/>
          </a:xfrm>
          <a:prstGeom prst="roundRect">
            <a:avLst>
              <a:gd name="adj" fmla="val 5217"/>
            </a:avLst>
          </a:prstGeom>
          <a:solidFill>
            <a:srgbClr val="FFFFFF"/>
          </a:solidFill>
          <a:ln w="12700">
            <a:solidFill>
              <a:srgbClr val="CBD5E1"/>
            </a:solidFill>
            <a:prstDash val="solid"/>
          </a:ln>
        </p:spPr>
      </p:sp>
      <p:sp>
        <p:nvSpPr>
          <p:cNvPr id="9" name="Text 7"/>
          <p:cNvSpPr txBox="1"/>
          <p:nvPr/>
        </p:nvSpPr>
        <p:spPr>
          <a:xfrm>
            <a:off x="6355080" y="3127248"/>
            <a:ext cx="4754880" cy="365760"/>
          </a:xfrm>
          <a:prstGeom prst="rect">
            <a:avLst/>
          </a:prstGeom>
          <a:noFill/>
          <a:ln/>
        </p:spPr>
        <p:txBody>
          <a:bodyPr wrap="square" rtlCol="0" anchor="ctr"/>
          <a:lstStyle/>
          <a:p>
            <a:pPr marL="0" indent="0">
              <a:buNone/>
            </a:pPr>
            <a:r>
              <a:rPr lang="en-US" sz="1400" b="1">
                <a:solidFill>
                  <a:srgbClr val="5454E9"/>
                </a:solidFill>
                <a:latin typeface="Arial" pitchFamily="34" charset="0"/>
                <a:ea typeface="Arial" pitchFamily="34" charset="-122"/>
                <a:cs typeface="Arial" pitchFamily="34" charset="-120"/>
              </a:rPr>
              <a:t>Presupuesto casi cero</a:t>
            </a:r>
            <a:endParaRPr lang="en-US" sz="1400"/>
          </a:p>
        </p:txBody>
      </p:sp>
      <p:sp>
        <p:nvSpPr>
          <p:cNvPr id="10" name="Text 8"/>
          <p:cNvSpPr txBox="1"/>
          <p:nvPr/>
        </p:nvSpPr>
        <p:spPr>
          <a:xfrm>
            <a:off x="6355080" y="3493008"/>
            <a:ext cx="4754880" cy="502920"/>
          </a:xfrm>
          <a:prstGeom prst="rect">
            <a:avLst/>
          </a:prstGeom>
          <a:noFill/>
          <a:ln/>
        </p:spPr>
        <p:txBody>
          <a:bodyPr wrap="square" rtlCol="0" anchor="ctr"/>
          <a:lstStyle/>
          <a:p>
            <a:pPr marL="0" indent="0">
              <a:buNone/>
            </a:pPr>
            <a:r>
              <a:rPr lang="en-US" sz="1200">
                <a:solidFill>
                  <a:srgbClr val="475569"/>
                </a:solidFill>
                <a:latin typeface="Arial" pitchFamily="34" charset="0"/>
                <a:ea typeface="Arial" pitchFamily="34" charset="-122"/>
                <a:cs typeface="Arial" pitchFamily="34" charset="-120"/>
              </a:rPr>
              <a:t>Es un piloto, no puede costar como producción</a:t>
            </a:r>
            <a:endParaRPr lang="en-US" sz="1200"/>
          </a:p>
        </p:txBody>
      </p:sp>
      <p:sp>
        <p:nvSpPr>
          <p:cNvPr id="11" name="Shape 9"/>
          <p:cNvSpPr/>
          <p:nvPr/>
        </p:nvSpPr>
        <p:spPr>
          <a:xfrm>
            <a:off x="548640" y="4297680"/>
            <a:ext cx="5212080" cy="1051560"/>
          </a:xfrm>
          <a:prstGeom prst="roundRect">
            <a:avLst>
              <a:gd name="adj" fmla="val 5217"/>
            </a:avLst>
          </a:prstGeom>
          <a:solidFill>
            <a:srgbClr val="FFFFFF"/>
          </a:solidFill>
          <a:ln w="12700">
            <a:solidFill>
              <a:srgbClr val="CBD5E1"/>
            </a:solidFill>
            <a:prstDash val="solid"/>
          </a:ln>
        </p:spPr>
      </p:sp>
      <p:sp>
        <p:nvSpPr>
          <p:cNvPr id="12" name="Text 10"/>
          <p:cNvSpPr txBox="1"/>
          <p:nvPr/>
        </p:nvSpPr>
        <p:spPr>
          <a:xfrm>
            <a:off x="777240" y="4407408"/>
            <a:ext cx="4754880" cy="365760"/>
          </a:xfrm>
          <a:prstGeom prst="rect">
            <a:avLst/>
          </a:prstGeom>
          <a:noFill/>
          <a:ln/>
        </p:spPr>
        <p:txBody>
          <a:bodyPr wrap="square" rtlCol="0" anchor="ctr"/>
          <a:lstStyle/>
          <a:p>
            <a:pPr marL="0" indent="0">
              <a:buNone/>
            </a:pPr>
            <a:r>
              <a:rPr lang="en-US" sz="1400" b="1">
                <a:solidFill>
                  <a:srgbClr val="5454E9"/>
                </a:solidFill>
                <a:latin typeface="Arial" pitchFamily="34" charset="0"/>
                <a:ea typeface="Arial" pitchFamily="34" charset="-122"/>
                <a:cs typeface="Arial" pitchFamily="34" charset="-120"/>
              </a:rPr>
              <a:t>Trazabilidad obligatoria</a:t>
            </a:r>
            <a:endParaRPr lang="en-US" sz="1400"/>
          </a:p>
        </p:txBody>
      </p:sp>
      <p:sp>
        <p:nvSpPr>
          <p:cNvPr id="13" name="Text 11"/>
          <p:cNvSpPr txBox="1"/>
          <p:nvPr/>
        </p:nvSpPr>
        <p:spPr>
          <a:xfrm>
            <a:off x="777240" y="4773168"/>
            <a:ext cx="4754880" cy="502920"/>
          </a:xfrm>
          <a:prstGeom prst="rect">
            <a:avLst/>
          </a:prstGeom>
          <a:noFill/>
          <a:ln/>
        </p:spPr>
        <p:txBody>
          <a:bodyPr wrap="square" lIns="91440" tIns="45720" rIns="91440" bIns="45720" rtlCol="0" anchor="ctr"/>
          <a:lstStyle/>
          <a:p>
            <a:r>
              <a:rPr lang="en-US" sz="1200">
                <a:solidFill>
                  <a:srgbClr val="475569"/>
                </a:solidFill>
                <a:latin typeface="Arial"/>
                <a:ea typeface="Arial" pitchFamily="34" charset="-122"/>
                <a:cs typeface="Arial"/>
              </a:rPr>
              <a:t>Se </a:t>
            </a:r>
            <a:r>
              <a:rPr lang="en-US" sz="1200" err="1">
                <a:solidFill>
                  <a:srgbClr val="475569"/>
                </a:solidFill>
                <a:latin typeface="Arial"/>
                <a:ea typeface="Arial" pitchFamily="34" charset="-122"/>
                <a:cs typeface="Arial"/>
              </a:rPr>
              <a:t>exige</a:t>
            </a:r>
            <a:r>
              <a:rPr lang="en-US" sz="1200">
                <a:solidFill>
                  <a:srgbClr val="475569"/>
                </a:solidFill>
                <a:latin typeface="Arial"/>
                <a:ea typeface="Arial" pitchFamily="34" charset="-122"/>
                <a:cs typeface="Arial"/>
              </a:rPr>
              <a:t> </a:t>
            </a:r>
            <a:r>
              <a:rPr lang="en-US" sz="1200" err="1">
                <a:solidFill>
                  <a:srgbClr val="475569"/>
                </a:solidFill>
                <a:latin typeface="Arial"/>
                <a:ea typeface="Arial" pitchFamily="34" charset="-122"/>
                <a:cs typeface="Arial"/>
              </a:rPr>
              <a:t>poder</a:t>
            </a:r>
            <a:r>
              <a:rPr lang="en-US" sz="1200">
                <a:solidFill>
                  <a:srgbClr val="475569"/>
                </a:solidFill>
                <a:latin typeface="Arial"/>
                <a:ea typeface="Arial" pitchFamily="34" charset="-122"/>
                <a:cs typeface="Arial"/>
              </a:rPr>
              <a:t> </a:t>
            </a:r>
            <a:r>
              <a:rPr lang="en-US" sz="1200" err="1">
                <a:solidFill>
                  <a:srgbClr val="475569"/>
                </a:solidFill>
                <a:latin typeface="Arial"/>
                <a:ea typeface="Arial" pitchFamily="34" charset="-122"/>
                <a:cs typeface="Arial"/>
              </a:rPr>
              <a:t>reconstruir</a:t>
            </a:r>
            <a:r>
              <a:rPr lang="en-US" sz="1200">
                <a:solidFill>
                  <a:srgbClr val="475569"/>
                </a:solidFill>
                <a:latin typeface="Arial"/>
                <a:ea typeface="Arial" pitchFamily="34" charset="-122"/>
                <a:cs typeface="Arial"/>
              </a:rPr>
              <a:t> </a:t>
            </a:r>
            <a:r>
              <a:rPr lang="en-US" sz="1200" err="1">
                <a:solidFill>
                  <a:srgbClr val="475569"/>
                </a:solidFill>
                <a:latin typeface="Arial"/>
                <a:ea typeface="Arial" pitchFamily="34" charset="-122"/>
                <a:cs typeface="Arial"/>
              </a:rPr>
              <a:t>cada</a:t>
            </a:r>
            <a:r>
              <a:rPr lang="en-US" sz="1200">
                <a:solidFill>
                  <a:srgbClr val="475569"/>
                </a:solidFill>
                <a:latin typeface="Arial"/>
                <a:ea typeface="Arial" pitchFamily="34" charset="-122"/>
                <a:cs typeface="Arial"/>
              </a:rPr>
              <a:t> </a:t>
            </a:r>
            <a:r>
              <a:rPr lang="en-US" sz="1200" err="1">
                <a:solidFill>
                  <a:srgbClr val="475569"/>
                </a:solidFill>
                <a:latin typeface="Arial"/>
                <a:ea typeface="Arial" pitchFamily="34" charset="-122"/>
                <a:cs typeface="Arial"/>
              </a:rPr>
              <a:t>decisión</a:t>
            </a:r>
            <a:endParaRPr lang="en-US" sz="1200" err="1">
              <a:latin typeface="Arial"/>
              <a:cs typeface="Arial"/>
            </a:endParaRPr>
          </a:p>
        </p:txBody>
      </p:sp>
      <p:sp>
        <p:nvSpPr>
          <p:cNvPr id="14" name="Shape 12"/>
          <p:cNvSpPr/>
          <p:nvPr/>
        </p:nvSpPr>
        <p:spPr>
          <a:xfrm>
            <a:off x="6126480" y="4297680"/>
            <a:ext cx="5212080" cy="1051560"/>
          </a:xfrm>
          <a:prstGeom prst="roundRect">
            <a:avLst>
              <a:gd name="adj" fmla="val 5217"/>
            </a:avLst>
          </a:prstGeom>
          <a:solidFill>
            <a:srgbClr val="FFFFFF"/>
          </a:solidFill>
          <a:ln w="12700">
            <a:solidFill>
              <a:srgbClr val="CBD5E1"/>
            </a:solidFill>
            <a:prstDash val="solid"/>
          </a:ln>
        </p:spPr>
      </p:sp>
      <p:sp>
        <p:nvSpPr>
          <p:cNvPr id="15" name="Text 13"/>
          <p:cNvSpPr txBox="1"/>
          <p:nvPr/>
        </p:nvSpPr>
        <p:spPr>
          <a:xfrm>
            <a:off x="6355080" y="4407408"/>
            <a:ext cx="4754880" cy="365760"/>
          </a:xfrm>
          <a:prstGeom prst="rect">
            <a:avLst/>
          </a:prstGeom>
          <a:noFill/>
          <a:ln/>
        </p:spPr>
        <p:txBody>
          <a:bodyPr wrap="square" rtlCol="0" anchor="ctr"/>
          <a:lstStyle/>
          <a:p>
            <a:pPr marL="0" indent="0">
              <a:buNone/>
            </a:pPr>
            <a:r>
              <a:rPr lang="en-US" sz="1400" b="1">
                <a:solidFill>
                  <a:srgbClr val="5454E9"/>
                </a:solidFill>
                <a:latin typeface="Arial" pitchFamily="34" charset="0"/>
                <a:ea typeface="Arial" pitchFamily="34" charset="-122"/>
                <a:cs typeface="Arial" pitchFamily="34" charset="-120"/>
              </a:rPr>
              <a:t>Sin acceso público</a:t>
            </a:r>
            <a:endParaRPr lang="en-US" sz="1400"/>
          </a:p>
        </p:txBody>
      </p:sp>
      <p:sp>
        <p:nvSpPr>
          <p:cNvPr id="16" name="Text 14"/>
          <p:cNvSpPr txBox="1"/>
          <p:nvPr/>
        </p:nvSpPr>
        <p:spPr>
          <a:xfrm>
            <a:off x="6355080" y="4773168"/>
            <a:ext cx="4754880" cy="502920"/>
          </a:xfrm>
          <a:prstGeom prst="rect">
            <a:avLst/>
          </a:prstGeom>
          <a:noFill/>
          <a:ln/>
        </p:spPr>
        <p:txBody>
          <a:bodyPr wrap="square" rtlCol="0" anchor="ctr"/>
          <a:lstStyle/>
          <a:p>
            <a:pPr marL="0" indent="0">
              <a:buNone/>
            </a:pPr>
            <a:r>
              <a:rPr lang="en-US" sz="1200">
                <a:solidFill>
                  <a:srgbClr val="475569"/>
                </a:solidFill>
                <a:latin typeface="Arial" pitchFamily="34" charset="0"/>
                <a:ea typeface="Arial" pitchFamily="34" charset="-122"/>
                <a:cs typeface="Arial" pitchFamily="34" charset="-120"/>
              </a:rPr>
              <a:t>Compliance exige el servicio cerrado</a:t>
            </a:r>
            <a:endParaRPr lang="en-US" sz="1200"/>
          </a:p>
        </p:txBody>
      </p:sp>
      <p:sp>
        <p:nvSpPr>
          <p:cNvPr id="18" name="Google Shape;16;p6">
            <a:extLst>
              <a:ext uri="{FF2B5EF4-FFF2-40B4-BE49-F238E27FC236}">
                <a16:creationId xmlns:a16="http://schemas.microsoft.com/office/drawing/2014/main" id="{62B88CAA-7D5A-3BD7-8E62-307CEE84FA3F}"/>
              </a:ext>
            </a:extLst>
          </p:cNvPr>
          <p:cNvSpPr/>
          <p:nvPr/>
        </p:nvSpPr>
        <p:spPr>
          <a:xfrm>
            <a:off x="0" y="0"/>
            <a:ext cx="12188952" cy="932688"/>
          </a:xfrm>
          <a:prstGeom prst="rect">
            <a:avLst/>
          </a:prstGeom>
          <a:solidFill>
            <a:srgbClr val="5454E8"/>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pic>
        <p:nvPicPr>
          <p:cNvPr id="20" name="Google Shape;17;p6" descr="A logo with white text&#10;&#10;AI-generated content may be incorrect.">
            <a:extLst>
              <a:ext uri="{FF2B5EF4-FFF2-40B4-BE49-F238E27FC236}">
                <a16:creationId xmlns:a16="http://schemas.microsoft.com/office/drawing/2014/main" id="{52418AAC-F390-4A12-4BA7-E2D4A7036E0E}"/>
              </a:ext>
            </a:extLst>
          </p:cNvPr>
          <p:cNvPicPr preferRelativeResize="0"/>
          <p:nvPr/>
        </p:nvPicPr>
        <p:blipFill rotWithShape="1">
          <a:blip r:embed="rId3">
            <a:alphaModFix/>
          </a:blip>
          <a:srcRect/>
          <a:stretch/>
        </p:blipFill>
        <p:spPr>
          <a:xfrm>
            <a:off x="421249" y="147320"/>
            <a:ext cx="1691640" cy="708128"/>
          </a:xfrm>
          <a:prstGeom prst="rect">
            <a:avLst/>
          </a:prstGeom>
          <a:noFill/>
          <a:ln>
            <a:noFill/>
          </a:ln>
        </p:spPr>
      </p:pic>
      <p:sp>
        <p:nvSpPr>
          <p:cNvPr id="24" name="Google Shape;18;p6">
            <a:extLst>
              <a:ext uri="{FF2B5EF4-FFF2-40B4-BE49-F238E27FC236}">
                <a16:creationId xmlns:a16="http://schemas.microsoft.com/office/drawing/2014/main" id="{A63E4FDA-D307-07FD-2BDD-07F3A071D52B}"/>
              </a:ext>
            </a:extLst>
          </p:cNvPr>
          <p:cNvSpPr/>
          <p:nvPr/>
        </p:nvSpPr>
        <p:spPr>
          <a:xfrm>
            <a:off x="5760720" y="932688"/>
            <a:ext cx="6428232" cy="658368"/>
          </a:xfrm>
          <a:prstGeom prst="rect">
            <a:avLst/>
          </a:prstGeom>
          <a:solidFill>
            <a:srgbClr val="4CB87A"/>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 name="Text 1"/>
          <p:cNvSpPr txBox="1"/>
          <p:nvPr/>
        </p:nvSpPr>
        <p:spPr>
          <a:xfrm>
            <a:off x="5999056" y="848868"/>
            <a:ext cx="11064240" cy="822960"/>
          </a:xfrm>
          <a:prstGeom prst="rect">
            <a:avLst/>
          </a:prstGeom>
          <a:noFill/>
          <a:ln/>
        </p:spPr>
        <p:txBody>
          <a:bodyPr wrap="square" rtlCol="0" anchor="ctr"/>
          <a:lstStyle/>
          <a:p>
            <a:pPr marL="0" indent="0">
              <a:buNone/>
            </a:pPr>
            <a:r>
              <a:rPr lang="en-US" sz="2800" b="1">
                <a:solidFill>
                  <a:srgbClr val="1E293B"/>
                </a:solidFill>
                <a:latin typeface="Arial" pitchFamily="34" charset="0"/>
                <a:ea typeface="Arial" pitchFamily="34" charset="-122"/>
                <a:cs typeface="Arial" pitchFamily="34" charset="-120"/>
              </a:rPr>
              <a:t>El pedido de Retención</a:t>
            </a:r>
            <a:endParaRPr lang="en-US" sz="2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88F52E5-6BA5-9B1E-8FE4-CA6BB325126E}"/>
              </a:ext>
            </a:extLst>
          </p:cNvPr>
          <p:cNvSpPr txBox="1"/>
          <p:nvPr/>
        </p:nvSpPr>
        <p:spPr>
          <a:xfrm>
            <a:off x="548640" y="320040"/>
            <a:ext cx="10972800" cy="36576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kern="0" spc="200">
                <a:solidFill>
                  <a:srgbClr val="5454E9"/>
                </a:solidFill>
                <a:latin typeface="Arial" pitchFamily="34" charset="0"/>
                <a:ea typeface="Arial" pitchFamily="34" charset="-122"/>
                <a:cs typeface="Arial" pitchFamily="34" charset="-120"/>
              </a:rPr>
              <a:t>RESPONDIENDO LA PREGUNTA ANTERIOR</a:t>
            </a:r>
            <a:endParaRPr lang="en-US" sz="1200"/>
          </a:p>
        </p:txBody>
      </p:sp>
      <p:sp>
        <p:nvSpPr>
          <p:cNvPr id="4" name="Text 2">
            <a:extLst>
              <a:ext uri="{FF2B5EF4-FFF2-40B4-BE49-F238E27FC236}">
                <a16:creationId xmlns:a16="http://schemas.microsoft.com/office/drawing/2014/main" id="{52789615-4068-4B20-E114-FBDAF1ABEC33}"/>
              </a:ext>
            </a:extLst>
          </p:cNvPr>
          <p:cNvSpPr txBox="1"/>
          <p:nvPr/>
        </p:nvSpPr>
        <p:spPr>
          <a:xfrm>
            <a:off x="548640" y="1600200"/>
            <a:ext cx="3291840" cy="3200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a:solidFill>
                  <a:srgbClr val="5454E9"/>
                </a:solidFill>
                <a:latin typeface="Arial" pitchFamily="34" charset="0"/>
                <a:ea typeface="Arial" pitchFamily="34" charset="-122"/>
                <a:cs typeface="Arial" pitchFamily="34" charset="-120"/>
              </a:rPr>
              <a:t>GARANTÍA</a:t>
            </a:r>
            <a:endParaRPr lang="en-US" sz="1100"/>
          </a:p>
        </p:txBody>
      </p:sp>
      <p:sp>
        <p:nvSpPr>
          <p:cNvPr id="5" name="Text 3">
            <a:extLst>
              <a:ext uri="{FF2B5EF4-FFF2-40B4-BE49-F238E27FC236}">
                <a16:creationId xmlns:a16="http://schemas.microsoft.com/office/drawing/2014/main" id="{3157C3D8-D8E7-51E7-BC1E-8A86D01C8121}"/>
              </a:ext>
            </a:extLst>
          </p:cNvPr>
          <p:cNvSpPr txBox="1"/>
          <p:nvPr/>
        </p:nvSpPr>
        <p:spPr>
          <a:xfrm>
            <a:off x="3931920" y="1600200"/>
            <a:ext cx="3657600" cy="3200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a:solidFill>
                  <a:srgbClr val="5454E9"/>
                </a:solidFill>
                <a:latin typeface="Arial" pitchFamily="34" charset="0"/>
                <a:ea typeface="Arial" pitchFamily="34" charset="-122"/>
                <a:cs typeface="Arial" pitchFamily="34" charset="-120"/>
              </a:rPr>
              <a:t>ÁNGULO TÉCNICO</a:t>
            </a:r>
            <a:endParaRPr lang="en-US" sz="1100"/>
          </a:p>
        </p:txBody>
      </p:sp>
      <p:sp>
        <p:nvSpPr>
          <p:cNvPr id="6" name="Text 4">
            <a:extLst>
              <a:ext uri="{FF2B5EF4-FFF2-40B4-BE49-F238E27FC236}">
                <a16:creationId xmlns:a16="http://schemas.microsoft.com/office/drawing/2014/main" id="{3D584113-AF3C-2D25-9D44-98E376742FD2}"/>
              </a:ext>
            </a:extLst>
          </p:cNvPr>
          <p:cNvSpPr txBox="1"/>
          <p:nvPr/>
        </p:nvSpPr>
        <p:spPr>
          <a:xfrm>
            <a:off x="7680960" y="1600200"/>
            <a:ext cx="3657600" cy="3200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a:solidFill>
                  <a:srgbClr val="5454E9"/>
                </a:solidFill>
                <a:latin typeface="Arial" pitchFamily="34" charset="0"/>
                <a:ea typeface="Arial" pitchFamily="34" charset="-122"/>
                <a:cs typeface="Arial" pitchFamily="34" charset="-120"/>
              </a:rPr>
              <a:t>ÁNGULO DE NEGOCIO</a:t>
            </a:r>
            <a:endParaRPr lang="en-US" sz="1100"/>
          </a:p>
        </p:txBody>
      </p:sp>
      <p:sp>
        <p:nvSpPr>
          <p:cNvPr id="7" name="Text 5">
            <a:extLst>
              <a:ext uri="{FF2B5EF4-FFF2-40B4-BE49-F238E27FC236}">
                <a16:creationId xmlns:a16="http://schemas.microsoft.com/office/drawing/2014/main" id="{BE67792F-DF69-8A1B-A1B4-C615676647F7}"/>
              </a:ext>
            </a:extLst>
          </p:cNvPr>
          <p:cNvSpPr txBox="1"/>
          <p:nvPr/>
        </p:nvSpPr>
        <p:spPr>
          <a:xfrm>
            <a:off x="548640" y="2011680"/>
            <a:ext cx="3291840" cy="749808"/>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50" b="1">
                <a:solidFill>
                  <a:srgbClr val="1E293B"/>
                </a:solidFill>
                <a:latin typeface="Arial" pitchFamily="34" charset="0"/>
                <a:ea typeface="Arial" pitchFamily="34" charset="-122"/>
                <a:cs typeface="Arial" pitchFamily="34" charset="-120"/>
              </a:rPr>
              <a:t>1. Datos limpios y validados</a:t>
            </a:r>
            <a:endParaRPr lang="en-US" sz="1250"/>
          </a:p>
        </p:txBody>
      </p:sp>
      <p:sp>
        <p:nvSpPr>
          <p:cNvPr id="8" name="Text 6">
            <a:extLst>
              <a:ext uri="{FF2B5EF4-FFF2-40B4-BE49-F238E27FC236}">
                <a16:creationId xmlns:a16="http://schemas.microsoft.com/office/drawing/2014/main" id="{32051702-9DA5-2B74-64B1-62F992B81C27}"/>
              </a:ext>
            </a:extLst>
          </p:cNvPr>
          <p:cNvSpPr txBox="1"/>
          <p:nvPr/>
        </p:nvSpPr>
        <p:spPr>
          <a:xfrm>
            <a:off x="3931920" y="2011680"/>
            <a:ext cx="3657600" cy="749808"/>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a:solidFill>
                  <a:srgbClr val="475569"/>
                </a:solidFill>
                <a:latin typeface="Arial" pitchFamily="34" charset="0"/>
                <a:ea typeface="Arial" pitchFamily="34" charset="-122"/>
                <a:cs typeface="Arial" pitchFamily="34" charset="-120"/>
              </a:rPr>
              <a:t>Tipo, rango y formato exacto que el modelo espera</a:t>
            </a:r>
            <a:endParaRPr lang="en-US" sz="1100"/>
          </a:p>
        </p:txBody>
      </p:sp>
      <p:sp>
        <p:nvSpPr>
          <p:cNvPr id="9" name="Text 7">
            <a:extLst>
              <a:ext uri="{FF2B5EF4-FFF2-40B4-BE49-F238E27FC236}">
                <a16:creationId xmlns:a16="http://schemas.microsoft.com/office/drawing/2014/main" id="{8B03F780-3B34-0BFF-BDF4-D19832425D2C}"/>
              </a:ext>
            </a:extLst>
          </p:cNvPr>
          <p:cNvSpPr txBox="1"/>
          <p:nvPr/>
        </p:nvSpPr>
        <p:spPr>
          <a:xfrm>
            <a:off x="7680960" y="2011680"/>
            <a:ext cx="3657600" cy="749808"/>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a:solidFill>
                  <a:srgbClr val="3730A3"/>
                </a:solidFill>
                <a:latin typeface="Arial" pitchFamily="34" charset="0"/>
                <a:ea typeface="Arial" pitchFamily="34" charset="-122"/>
                <a:cs typeface="Arial" pitchFamily="34" charset="-120"/>
              </a:rPr>
              <a:t>Un dato mal validado no es un bug — es una decisión real mal tomada sobre una persona</a:t>
            </a:r>
            <a:endParaRPr lang="en-US" sz="1100"/>
          </a:p>
        </p:txBody>
      </p:sp>
      <p:sp>
        <p:nvSpPr>
          <p:cNvPr id="10" name="Text 9">
            <a:extLst>
              <a:ext uri="{FF2B5EF4-FFF2-40B4-BE49-F238E27FC236}">
                <a16:creationId xmlns:a16="http://schemas.microsoft.com/office/drawing/2014/main" id="{5D16CB5B-9984-D87B-FD42-DA743A7A9543}"/>
              </a:ext>
            </a:extLst>
          </p:cNvPr>
          <p:cNvSpPr txBox="1"/>
          <p:nvPr/>
        </p:nvSpPr>
        <p:spPr>
          <a:xfrm>
            <a:off x="548640" y="2852928"/>
            <a:ext cx="3291840" cy="749808"/>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50" b="1">
                <a:solidFill>
                  <a:srgbClr val="1E293B"/>
                </a:solidFill>
                <a:latin typeface="Arial" pitchFamily="34" charset="0"/>
                <a:ea typeface="Arial" pitchFamily="34" charset="-122"/>
                <a:cs typeface="Arial" pitchFamily="34" charset="-120"/>
              </a:rPr>
              <a:t>2. Misma transformación que en el entrenamiento</a:t>
            </a:r>
            <a:endParaRPr lang="en-US" sz="1250"/>
          </a:p>
        </p:txBody>
      </p:sp>
      <p:sp>
        <p:nvSpPr>
          <p:cNvPr id="11" name="Text 10">
            <a:extLst>
              <a:ext uri="{FF2B5EF4-FFF2-40B4-BE49-F238E27FC236}">
                <a16:creationId xmlns:a16="http://schemas.microsoft.com/office/drawing/2014/main" id="{F26115B9-6AA1-F5AB-1B54-38F7DFBEA66D}"/>
              </a:ext>
            </a:extLst>
          </p:cNvPr>
          <p:cNvSpPr txBox="1"/>
          <p:nvPr/>
        </p:nvSpPr>
        <p:spPr>
          <a:xfrm>
            <a:off x="3931920" y="2852928"/>
            <a:ext cx="3657600" cy="749808"/>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a:solidFill>
                  <a:srgbClr val="475569"/>
                </a:solidFill>
                <a:latin typeface="Arial" pitchFamily="34" charset="0"/>
                <a:ea typeface="Arial" pitchFamily="34" charset="-122"/>
                <a:cs typeface="Arial" pitchFamily="34" charset="-120"/>
              </a:rPr>
              <a:t>El mismo bug real de U4: mismo dato, distinto resultado según quién lo transforme</a:t>
            </a:r>
            <a:endParaRPr lang="en-US" sz="1100"/>
          </a:p>
        </p:txBody>
      </p:sp>
      <p:sp>
        <p:nvSpPr>
          <p:cNvPr id="12" name="Text 11">
            <a:extLst>
              <a:ext uri="{FF2B5EF4-FFF2-40B4-BE49-F238E27FC236}">
                <a16:creationId xmlns:a16="http://schemas.microsoft.com/office/drawing/2014/main" id="{44C38943-A8E4-2854-71D6-E673BA5F07B2}"/>
              </a:ext>
            </a:extLst>
          </p:cNvPr>
          <p:cNvSpPr txBox="1"/>
          <p:nvPr/>
        </p:nvSpPr>
        <p:spPr>
          <a:xfrm>
            <a:off x="7680960" y="2852928"/>
            <a:ext cx="3657600" cy="749808"/>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a:solidFill>
                  <a:srgbClr val="3730A3"/>
                </a:solidFill>
                <a:latin typeface="Arial" pitchFamily="34" charset="0"/>
                <a:ea typeface="Arial" pitchFamily="34" charset="-122"/>
                <a:cs typeface="Arial" pitchFamily="34" charset="-120"/>
              </a:rPr>
              <a:t>Es lo que Legal pidió auditar — si cambia sin avisar, la trazabilidad se rompe en silencio</a:t>
            </a:r>
            <a:endParaRPr lang="en-US" sz="1100"/>
          </a:p>
        </p:txBody>
      </p:sp>
      <p:sp>
        <p:nvSpPr>
          <p:cNvPr id="13" name="Text 12">
            <a:extLst>
              <a:ext uri="{FF2B5EF4-FFF2-40B4-BE49-F238E27FC236}">
                <a16:creationId xmlns:a16="http://schemas.microsoft.com/office/drawing/2014/main" id="{AAD2BE6D-C6C2-E24D-49CD-E1B153A4160C}"/>
              </a:ext>
            </a:extLst>
          </p:cNvPr>
          <p:cNvSpPr txBox="1"/>
          <p:nvPr/>
        </p:nvSpPr>
        <p:spPr>
          <a:xfrm>
            <a:off x="548640" y="3694176"/>
            <a:ext cx="3291840" cy="749808"/>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50" b="1">
                <a:solidFill>
                  <a:srgbClr val="1E293B"/>
                </a:solidFill>
                <a:latin typeface="Arial" pitchFamily="34" charset="0"/>
                <a:ea typeface="Arial" pitchFamily="34" charset="-122"/>
                <a:cs typeface="Arial" pitchFamily="34" charset="-120"/>
              </a:rPr>
              <a:t>3. Mismo entorno que entrenó el modelo</a:t>
            </a:r>
            <a:endParaRPr lang="en-US" sz="1250"/>
          </a:p>
        </p:txBody>
      </p:sp>
      <p:sp>
        <p:nvSpPr>
          <p:cNvPr id="14" name="Text 13">
            <a:extLst>
              <a:ext uri="{FF2B5EF4-FFF2-40B4-BE49-F238E27FC236}">
                <a16:creationId xmlns:a16="http://schemas.microsoft.com/office/drawing/2014/main" id="{7B30D1EF-6AC9-F594-164A-54839D7E819B}"/>
              </a:ext>
            </a:extLst>
          </p:cNvPr>
          <p:cNvSpPr txBox="1"/>
          <p:nvPr/>
        </p:nvSpPr>
        <p:spPr>
          <a:xfrm>
            <a:off x="3931920" y="3694176"/>
            <a:ext cx="3657600" cy="749808"/>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a:solidFill>
                  <a:srgbClr val="475569"/>
                </a:solidFill>
                <a:latin typeface="Arial" pitchFamily="34" charset="0"/>
                <a:ea typeface="Arial" pitchFamily="34" charset="-122"/>
                <a:cs typeface="Arial" pitchFamily="34" charset="-120"/>
              </a:rPr>
              <a:t>La versión de cada librería, fijada — no "la que haya disponible"</a:t>
            </a:r>
            <a:endParaRPr lang="en-US" sz="1100"/>
          </a:p>
        </p:txBody>
      </p:sp>
      <p:sp>
        <p:nvSpPr>
          <p:cNvPr id="15" name="Text 14">
            <a:extLst>
              <a:ext uri="{FF2B5EF4-FFF2-40B4-BE49-F238E27FC236}">
                <a16:creationId xmlns:a16="http://schemas.microsoft.com/office/drawing/2014/main" id="{AA643E31-7485-439E-3B05-A0FD6EC71C6A}"/>
              </a:ext>
            </a:extLst>
          </p:cNvPr>
          <p:cNvSpPr txBox="1"/>
          <p:nvPr/>
        </p:nvSpPr>
        <p:spPr>
          <a:xfrm>
            <a:off x="7680960" y="3694176"/>
            <a:ext cx="3657600" cy="749808"/>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a:solidFill>
                  <a:srgbClr val="3730A3"/>
                </a:solidFill>
                <a:latin typeface="Arial" pitchFamily="34" charset="0"/>
                <a:ea typeface="Arial" pitchFamily="34" charset="-122"/>
                <a:cs typeface="Arial" pitchFamily="34" charset="-120"/>
              </a:rPr>
              <a:t>Determina el time-to-market: si depende de que la plataforma actualice, el negocio espera a Google</a:t>
            </a:r>
            <a:endParaRPr lang="en-US" sz="1100"/>
          </a:p>
        </p:txBody>
      </p:sp>
      <p:sp>
        <p:nvSpPr>
          <p:cNvPr id="16" name="Text 16">
            <a:extLst>
              <a:ext uri="{FF2B5EF4-FFF2-40B4-BE49-F238E27FC236}">
                <a16:creationId xmlns:a16="http://schemas.microsoft.com/office/drawing/2014/main" id="{579D90FE-36FA-E3AA-5DAC-7F6C124DACEE}"/>
              </a:ext>
            </a:extLst>
          </p:cNvPr>
          <p:cNvSpPr txBox="1"/>
          <p:nvPr/>
        </p:nvSpPr>
        <p:spPr>
          <a:xfrm>
            <a:off x="548640" y="4535424"/>
            <a:ext cx="3291840" cy="749808"/>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50" b="1">
                <a:solidFill>
                  <a:srgbClr val="1E293B"/>
                </a:solidFill>
                <a:latin typeface="Arial" pitchFamily="34" charset="0"/>
                <a:ea typeface="Arial" pitchFamily="34" charset="-122"/>
                <a:cs typeface="Arial" pitchFamily="34" charset="-120"/>
              </a:rPr>
              <a:t>4. Servicio seguro y con costo controlado</a:t>
            </a:r>
            <a:endParaRPr lang="en-US" sz="1250"/>
          </a:p>
        </p:txBody>
      </p:sp>
      <p:sp>
        <p:nvSpPr>
          <p:cNvPr id="17" name="Text 17">
            <a:extLst>
              <a:ext uri="{FF2B5EF4-FFF2-40B4-BE49-F238E27FC236}">
                <a16:creationId xmlns:a16="http://schemas.microsoft.com/office/drawing/2014/main" id="{7757D709-4000-9AD6-C8D6-03A3C9654B74}"/>
              </a:ext>
            </a:extLst>
          </p:cNvPr>
          <p:cNvSpPr txBox="1"/>
          <p:nvPr/>
        </p:nvSpPr>
        <p:spPr>
          <a:xfrm>
            <a:off x="3931920" y="4535424"/>
            <a:ext cx="3657600" cy="749808"/>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a:solidFill>
                  <a:srgbClr val="475569"/>
                </a:solidFill>
                <a:latin typeface="Arial" pitchFamily="34" charset="0"/>
                <a:ea typeface="Arial" pitchFamily="34" charset="-122"/>
                <a:cs typeface="Arial" pitchFamily="34" charset="-120"/>
              </a:rPr>
              <a:t>Sin acceso público + permisos mínimos = menor superficie de ataque</a:t>
            </a:r>
            <a:endParaRPr lang="en-US" sz="1100"/>
          </a:p>
        </p:txBody>
      </p:sp>
      <p:sp>
        <p:nvSpPr>
          <p:cNvPr id="18" name="Text 18">
            <a:extLst>
              <a:ext uri="{FF2B5EF4-FFF2-40B4-BE49-F238E27FC236}">
                <a16:creationId xmlns:a16="http://schemas.microsoft.com/office/drawing/2014/main" id="{177AA07D-AEEE-B0F9-B9F5-B03226874FDE}"/>
              </a:ext>
            </a:extLst>
          </p:cNvPr>
          <p:cNvSpPr txBox="1"/>
          <p:nvPr/>
        </p:nvSpPr>
        <p:spPr>
          <a:xfrm>
            <a:off x="7680960" y="4535424"/>
            <a:ext cx="3657600" cy="749808"/>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a:solidFill>
                  <a:srgbClr val="3730A3"/>
                </a:solidFill>
                <a:latin typeface="Arial" pitchFamily="34" charset="0"/>
                <a:ea typeface="Arial" pitchFamily="34" charset="-122"/>
                <a:cs typeface="Arial" pitchFamily="34" charset="-120"/>
              </a:rPr>
              <a:t>Es lo que pidió Compliance, y lo que pidió Finanzas sin decirlo explícitamente</a:t>
            </a:r>
            <a:endParaRPr lang="en-US" sz="1100"/>
          </a:p>
        </p:txBody>
      </p:sp>
      <p:sp>
        <p:nvSpPr>
          <p:cNvPr id="19" name="Text 19">
            <a:extLst>
              <a:ext uri="{FF2B5EF4-FFF2-40B4-BE49-F238E27FC236}">
                <a16:creationId xmlns:a16="http://schemas.microsoft.com/office/drawing/2014/main" id="{54BFC583-023A-0FC9-7375-23DFBF2EA053}"/>
              </a:ext>
            </a:extLst>
          </p:cNvPr>
          <p:cNvSpPr txBox="1"/>
          <p:nvPr/>
        </p:nvSpPr>
        <p:spPr>
          <a:xfrm>
            <a:off x="548640" y="5376672"/>
            <a:ext cx="3291840" cy="749808"/>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50" b="1">
                <a:solidFill>
                  <a:srgbClr val="1E293B"/>
                </a:solidFill>
                <a:latin typeface="Arial" pitchFamily="34" charset="0"/>
                <a:ea typeface="Arial" pitchFamily="34" charset="-122"/>
                <a:cs typeface="Arial" pitchFamily="34" charset="-120"/>
              </a:rPr>
              <a:t>5. Cada predicción queda registrada</a:t>
            </a:r>
            <a:endParaRPr lang="en-US" sz="1250"/>
          </a:p>
        </p:txBody>
      </p:sp>
      <p:sp>
        <p:nvSpPr>
          <p:cNvPr id="20" name="Text 20">
            <a:extLst>
              <a:ext uri="{FF2B5EF4-FFF2-40B4-BE49-F238E27FC236}">
                <a16:creationId xmlns:a16="http://schemas.microsoft.com/office/drawing/2014/main" id="{76006681-14D2-74E5-19A5-E1997F19A9CD}"/>
              </a:ext>
            </a:extLst>
          </p:cNvPr>
          <p:cNvSpPr txBox="1"/>
          <p:nvPr/>
        </p:nvSpPr>
        <p:spPr>
          <a:xfrm>
            <a:off x="3931920" y="5376672"/>
            <a:ext cx="3657600" cy="749808"/>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a:solidFill>
                  <a:srgbClr val="475569"/>
                </a:solidFill>
                <a:latin typeface="Arial" pitchFamily="34" charset="0"/>
                <a:ea typeface="Arial" pitchFamily="34" charset="-122"/>
                <a:cs typeface="Arial" pitchFamily="34" charset="-120"/>
              </a:rPr>
              <a:t>Logging estructurado, no solo "algo se guardó"</a:t>
            </a:r>
            <a:endParaRPr lang="en-US" sz="1100"/>
          </a:p>
        </p:txBody>
      </p:sp>
      <p:sp>
        <p:nvSpPr>
          <p:cNvPr id="21" name="Text 21">
            <a:extLst>
              <a:ext uri="{FF2B5EF4-FFF2-40B4-BE49-F238E27FC236}">
                <a16:creationId xmlns:a16="http://schemas.microsoft.com/office/drawing/2014/main" id="{1FA60B06-9121-EF2A-3E73-4A3BA3B3A843}"/>
              </a:ext>
            </a:extLst>
          </p:cNvPr>
          <p:cNvSpPr txBox="1"/>
          <p:nvPr/>
        </p:nvSpPr>
        <p:spPr>
          <a:xfrm>
            <a:off x="7680960" y="5376672"/>
            <a:ext cx="3657600" cy="749808"/>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a:solidFill>
                  <a:srgbClr val="3730A3"/>
                </a:solidFill>
                <a:latin typeface="Arial" pitchFamily="34" charset="0"/>
                <a:ea typeface="Arial" pitchFamily="34" charset="-122"/>
                <a:cs typeface="Arial" pitchFamily="34" charset="-120"/>
              </a:rPr>
              <a:t>El día que alguien reclame una decisión, esta es la única forma de responder con hechos</a:t>
            </a:r>
            <a:endParaRPr lang="en-US" sz="1100"/>
          </a:p>
        </p:txBody>
      </p:sp>
      <p:sp>
        <p:nvSpPr>
          <p:cNvPr id="23" name="Google Shape;16;p6">
            <a:extLst>
              <a:ext uri="{FF2B5EF4-FFF2-40B4-BE49-F238E27FC236}">
                <a16:creationId xmlns:a16="http://schemas.microsoft.com/office/drawing/2014/main" id="{4653221F-14B3-E041-5EF3-241D32E69581}"/>
              </a:ext>
            </a:extLst>
          </p:cNvPr>
          <p:cNvSpPr/>
          <p:nvPr/>
        </p:nvSpPr>
        <p:spPr>
          <a:xfrm>
            <a:off x="0" y="-117231"/>
            <a:ext cx="12188952" cy="932688"/>
          </a:xfrm>
          <a:prstGeom prst="rect">
            <a:avLst/>
          </a:prstGeom>
          <a:solidFill>
            <a:srgbClr val="5454E8"/>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pic>
        <p:nvPicPr>
          <p:cNvPr id="25" name="Google Shape;17;p6" descr="A logo with white text&#10;&#10;AI-generated content may be incorrect.">
            <a:extLst>
              <a:ext uri="{FF2B5EF4-FFF2-40B4-BE49-F238E27FC236}">
                <a16:creationId xmlns:a16="http://schemas.microsoft.com/office/drawing/2014/main" id="{65F12BB5-7B8C-B0EE-B4D0-099F60CF14B9}"/>
              </a:ext>
            </a:extLst>
          </p:cNvPr>
          <p:cNvPicPr preferRelativeResize="0"/>
          <p:nvPr/>
        </p:nvPicPr>
        <p:blipFill rotWithShape="1">
          <a:blip r:embed="rId2">
            <a:alphaModFix/>
          </a:blip>
          <a:srcRect/>
          <a:stretch/>
        </p:blipFill>
        <p:spPr>
          <a:xfrm>
            <a:off x="421249" y="30089"/>
            <a:ext cx="1691640" cy="708128"/>
          </a:xfrm>
          <a:prstGeom prst="rect">
            <a:avLst/>
          </a:prstGeom>
          <a:noFill/>
          <a:ln>
            <a:noFill/>
          </a:ln>
        </p:spPr>
      </p:pic>
      <p:sp>
        <p:nvSpPr>
          <p:cNvPr id="27" name="Google Shape;18;p6">
            <a:extLst>
              <a:ext uri="{FF2B5EF4-FFF2-40B4-BE49-F238E27FC236}">
                <a16:creationId xmlns:a16="http://schemas.microsoft.com/office/drawing/2014/main" id="{CC7D8A32-318C-A2E0-36B8-F8E0F105E9D6}"/>
              </a:ext>
            </a:extLst>
          </p:cNvPr>
          <p:cNvSpPr/>
          <p:nvPr/>
        </p:nvSpPr>
        <p:spPr>
          <a:xfrm>
            <a:off x="5760720" y="815457"/>
            <a:ext cx="6428232" cy="658368"/>
          </a:xfrm>
          <a:prstGeom prst="rect">
            <a:avLst/>
          </a:prstGeom>
          <a:solidFill>
            <a:srgbClr val="4CB87A"/>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 name="Text 1">
            <a:extLst>
              <a:ext uri="{FF2B5EF4-FFF2-40B4-BE49-F238E27FC236}">
                <a16:creationId xmlns:a16="http://schemas.microsoft.com/office/drawing/2014/main" id="{A6F628C0-1FBB-3390-D67D-3614D793D029}"/>
              </a:ext>
            </a:extLst>
          </p:cNvPr>
          <p:cNvSpPr txBox="1"/>
          <p:nvPr/>
        </p:nvSpPr>
        <p:spPr>
          <a:xfrm>
            <a:off x="5814255" y="648599"/>
            <a:ext cx="11064240" cy="82296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1E293B"/>
                </a:solidFill>
                <a:latin typeface="Arial"/>
                <a:ea typeface="Arial" pitchFamily="34" charset="-122"/>
                <a:cs typeface="Arial"/>
              </a:rPr>
              <a:t>¿</a:t>
            </a:r>
            <a:r>
              <a:rPr lang="en-US" sz="2400" b="1" dirty="0" err="1">
                <a:solidFill>
                  <a:srgbClr val="1E293B"/>
                </a:solidFill>
                <a:latin typeface="Arial"/>
                <a:ea typeface="Arial" pitchFamily="34" charset="-122"/>
                <a:cs typeface="Arial"/>
              </a:rPr>
              <a:t>Qué</a:t>
            </a:r>
            <a:r>
              <a:rPr lang="en-US" sz="2400" b="1" dirty="0">
                <a:solidFill>
                  <a:srgbClr val="1E293B"/>
                </a:solidFill>
                <a:latin typeface="Arial"/>
                <a:ea typeface="Arial" pitchFamily="34" charset="-122"/>
                <a:cs typeface="Arial"/>
              </a:rPr>
              <a:t> hay </a:t>
            </a:r>
            <a:r>
              <a:rPr lang="en-US" sz="2400" b="1" dirty="0" err="1">
                <a:solidFill>
                  <a:srgbClr val="1E293B"/>
                </a:solidFill>
                <a:latin typeface="Arial"/>
                <a:ea typeface="Arial" pitchFamily="34" charset="-122"/>
                <a:cs typeface="Arial"/>
              </a:rPr>
              <a:t>que</a:t>
            </a:r>
            <a:r>
              <a:rPr lang="en-US" sz="2400" b="1" dirty="0">
                <a:solidFill>
                  <a:srgbClr val="1E293B"/>
                </a:solidFill>
                <a:latin typeface="Arial"/>
                <a:ea typeface="Arial" pitchFamily="34" charset="-122"/>
                <a:cs typeface="Arial"/>
              </a:rPr>
              <a:t> </a:t>
            </a:r>
            <a:r>
              <a:rPr lang="en-US" sz="2400" b="1" dirty="0" err="1">
                <a:solidFill>
                  <a:srgbClr val="1E293B"/>
                </a:solidFill>
                <a:latin typeface="Arial"/>
                <a:ea typeface="Arial" pitchFamily="34" charset="-122"/>
                <a:cs typeface="Arial"/>
              </a:rPr>
              <a:t>garantizar</a:t>
            </a:r>
            <a:r>
              <a:rPr lang="en-US" sz="2400" b="1" dirty="0">
                <a:solidFill>
                  <a:srgbClr val="1E293B"/>
                </a:solidFill>
                <a:latin typeface="Arial"/>
                <a:ea typeface="Arial" pitchFamily="34" charset="-122"/>
                <a:cs typeface="Arial"/>
              </a:rPr>
              <a:t> para </a:t>
            </a:r>
            <a:r>
              <a:rPr lang="en-US" sz="2400" b="1" dirty="0" err="1">
                <a:solidFill>
                  <a:srgbClr val="1E293B"/>
                </a:solidFill>
                <a:latin typeface="Arial"/>
                <a:ea typeface="Arial" pitchFamily="34" charset="-122"/>
                <a:cs typeface="Arial"/>
              </a:rPr>
              <a:t>cumplirlo</a:t>
            </a:r>
            <a:r>
              <a:rPr lang="en-US" sz="2400" b="1" dirty="0">
                <a:solidFill>
                  <a:srgbClr val="1E293B"/>
                </a:solidFill>
                <a:latin typeface="Arial"/>
                <a:ea typeface="Arial" pitchFamily="34" charset="-122"/>
                <a:cs typeface="Arial"/>
              </a:rPr>
              <a:t>?</a:t>
            </a:r>
            <a:endParaRPr lang="en-US" sz="2400" dirty="0">
              <a:latin typeface="Arial"/>
              <a:ea typeface="Calibri"/>
              <a:cs typeface="Arial"/>
            </a:endParaRPr>
          </a:p>
        </p:txBody>
      </p:sp>
    </p:spTree>
    <p:extLst>
      <p:ext uri="{BB962C8B-B14F-4D97-AF65-F5344CB8AC3E}">
        <p14:creationId xmlns:p14="http://schemas.microsoft.com/office/powerpoint/2010/main" val="1262479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3">
            <a:extLst>
              <a:ext uri="{FF2B5EF4-FFF2-40B4-BE49-F238E27FC236}">
                <a16:creationId xmlns:a16="http://schemas.microsoft.com/office/drawing/2014/main" id="{234C2808-CC0E-F027-8F39-59FA17E3417F}"/>
              </a:ext>
            </a:extLst>
          </p:cNvPr>
          <p:cNvSpPr txBox="1"/>
          <p:nvPr/>
        </p:nvSpPr>
        <p:spPr>
          <a:xfrm>
            <a:off x="822960" y="2133991"/>
            <a:ext cx="10241280" cy="502920"/>
          </a:xfrm>
          <a:prstGeom prst="rect">
            <a:avLst/>
          </a:prstGeom>
          <a:solidFill>
            <a:schemeClr val="tx1"/>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dirty="0">
                <a:solidFill>
                  <a:srgbClr val="FCA5A5"/>
                </a:solidFill>
                <a:latin typeface="Courier New" pitchFamily="34" charset="0"/>
                <a:ea typeface="Courier New" pitchFamily="34" charset="-122"/>
                <a:cs typeface="Courier New" pitchFamily="34" charset="-120"/>
              </a:rPr>
              <a:t>Contract_One_year = 1.0 if contract == 'One year' else 0.0</a:t>
            </a:r>
            <a:endParaRPr lang="en-US" sz="1400" dirty="0"/>
          </a:p>
        </p:txBody>
      </p:sp>
      <p:sp>
        <p:nvSpPr>
          <p:cNvPr id="5" name="Text 4">
            <a:extLst>
              <a:ext uri="{FF2B5EF4-FFF2-40B4-BE49-F238E27FC236}">
                <a16:creationId xmlns:a16="http://schemas.microsoft.com/office/drawing/2014/main" id="{C75A5FA0-9169-BE51-DD20-AD5B4E0D16A1}"/>
              </a:ext>
            </a:extLst>
          </p:cNvPr>
          <p:cNvSpPr txBox="1"/>
          <p:nvPr/>
        </p:nvSpPr>
        <p:spPr>
          <a:xfrm>
            <a:off x="548640" y="2637302"/>
            <a:ext cx="5212080" cy="36576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500" b="1" dirty="0">
                <a:solidFill>
                  <a:srgbClr val="DC2626"/>
                </a:solidFill>
                <a:latin typeface="Arial" pitchFamily="34" charset="0"/>
                <a:ea typeface="Arial" pitchFamily="34" charset="-122"/>
                <a:cs typeface="Arial" pitchFamily="34" charset="-120"/>
              </a:rPr>
              <a:t>Sin contrato</a:t>
            </a:r>
            <a:endParaRPr lang="en-US" sz="1500" dirty="0"/>
          </a:p>
        </p:txBody>
      </p:sp>
      <p:sp>
        <p:nvSpPr>
          <p:cNvPr id="6" name="Text 6">
            <a:extLst>
              <a:ext uri="{FF2B5EF4-FFF2-40B4-BE49-F238E27FC236}">
                <a16:creationId xmlns:a16="http://schemas.microsoft.com/office/drawing/2014/main" id="{17813FF0-D2BA-DD25-0824-530A21BDD1B3}"/>
              </a:ext>
            </a:extLst>
          </p:cNvPr>
          <p:cNvSpPr txBox="1"/>
          <p:nvPr/>
        </p:nvSpPr>
        <p:spPr>
          <a:xfrm>
            <a:off x="822960" y="3231662"/>
            <a:ext cx="4663440" cy="2286000"/>
          </a:xfrm>
          <a:prstGeom prst="rect">
            <a:avLst/>
          </a:prstGeom>
          <a:solidFill>
            <a:srgbClr val="FF0000">
              <a:alpha val="28000"/>
            </a:srgbClr>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spcAft>
                <a:spcPts val="800"/>
              </a:spcAft>
              <a:buSzPct val="100000"/>
              <a:buChar char="•"/>
            </a:pPr>
            <a:r>
              <a:rPr lang="en-US" sz="1250" dirty="0">
                <a:solidFill>
                  <a:srgbClr val="1E293B"/>
                </a:solidFill>
                <a:latin typeface="Arial" pitchFamily="34" charset="0"/>
                <a:ea typeface="Arial" pitchFamily="34" charset="-122"/>
                <a:cs typeface="Arial" pitchFamily="34" charset="-120"/>
              </a:rPr>
              <a:t>El cliente real tiene contrato "One year"</a:t>
            </a:r>
            <a:endParaRPr lang="en-US" sz="1250" dirty="0"/>
          </a:p>
          <a:p>
            <a:pPr marL="342900" indent="-342900">
              <a:spcAft>
                <a:spcPts val="800"/>
              </a:spcAft>
              <a:buSzPct val="100000"/>
              <a:buChar char="•"/>
            </a:pPr>
            <a:r>
              <a:rPr lang="en-US" sz="1250" dirty="0">
                <a:solidFill>
                  <a:srgbClr val="1E293B"/>
                </a:solidFill>
                <a:latin typeface="Arial" pitchFamily="34" charset="0"/>
                <a:ea typeface="Arial" pitchFamily="34" charset="-122"/>
                <a:cs typeface="Arial" pitchFamily="34" charset="-120"/>
              </a:rPr>
              <a:t>El CRM lo manda mal escrito: "1 year"</a:t>
            </a:r>
            <a:endParaRPr lang="en-US" sz="1250" dirty="0"/>
          </a:p>
          <a:p>
            <a:pPr marL="342900" indent="-342900">
              <a:spcAft>
                <a:spcPts val="800"/>
              </a:spcAft>
              <a:buSzPct val="100000"/>
              <a:buChar char="•"/>
            </a:pPr>
            <a:r>
              <a:rPr lang="en-US" sz="1250" dirty="0">
                <a:solidFill>
                  <a:srgbClr val="1E293B"/>
                </a:solidFill>
                <a:latin typeface="Arial" pitchFamily="34" charset="0"/>
                <a:ea typeface="Arial" pitchFamily="34" charset="-122"/>
                <a:cs typeface="Arial" pitchFamily="34" charset="-120"/>
              </a:rPr>
              <a:t>"1 year" ≠ "One year" → el resultado da 0.0</a:t>
            </a:r>
            <a:endParaRPr lang="en-US" sz="1250" dirty="0"/>
          </a:p>
          <a:p>
            <a:pPr marL="342900" indent="-342900">
              <a:spcAft>
                <a:spcPts val="800"/>
              </a:spcAft>
              <a:buSzPct val="100000"/>
              <a:buChar char="•"/>
            </a:pPr>
            <a:r>
              <a:rPr lang="en-US" sz="1250" dirty="0">
                <a:solidFill>
                  <a:srgbClr val="1E293B"/>
                </a:solidFill>
                <a:latin typeface="Arial" pitchFamily="34" charset="0"/>
                <a:ea typeface="Arial" pitchFamily="34" charset="-122"/>
                <a:cs typeface="Arial" pitchFamily="34" charset="-120"/>
              </a:rPr>
              <a:t>El modelo recibe [0,0]: el mismo patrón que "Month-to-month"</a:t>
            </a:r>
            <a:endParaRPr lang="en-US" sz="1250" dirty="0"/>
          </a:p>
          <a:p>
            <a:pPr marL="342900" indent="-342900">
              <a:spcAft>
                <a:spcPts val="800"/>
              </a:spcAft>
              <a:buSzPct val="100000"/>
              <a:buChar char="•"/>
            </a:pPr>
            <a:r>
              <a:rPr lang="en-US" sz="1250" b="1" dirty="0">
                <a:solidFill>
                  <a:srgbClr val="DC2626"/>
                </a:solidFill>
                <a:latin typeface="Arial" pitchFamily="34" charset="0"/>
                <a:ea typeface="Arial" pitchFamily="34" charset="-122"/>
                <a:cs typeface="Arial" pitchFamily="34" charset="-120"/>
              </a:rPr>
              <a:t>El servicio responde 200. Nadie se entera.</a:t>
            </a:r>
            <a:endParaRPr lang="en-US" sz="1250" dirty="0"/>
          </a:p>
        </p:txBody>
      </p:sp>
      <p:sp>
        <p:nvSpPr>
          <p:cNvPr id="7" name="Text 7">
            <a:extLst>
              <a:ext uri="{FF2B5EF4-FFF2-40B4-BE49-F238E27FC236}">
                <a16:creationId xmlns:a16="http://schemas.microsoft.com/office/drawing/2014/main" id="{3564E273-CBD6-EA01-98FC-7887D52DC9F6}"/>
              </a:ext>
            </a:extLst>
          </p:cNvPr>
          <p:cNvSpPr txBox="1"/>
          <p:nvPr/>
        </p:nvSpPr>
        <p:spPr>
          <a:xfrm>
            <a:off x="6080760" y="2637302"/>
            <a:ext cx="5212080" cy="36576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500" b="1" dirty="0">
                <a:solidFill>
                  <a:srgbClr val="16A34A"/>
                </a:solidFill>
                <a:latin typeface="Arial" pitchFamily="34" charset="0"/>
                <a:ea typeface="Arial" pitchFamily="34" charset="-122"/>
                <a:cs typeface="Arial" pitchFamily="34" charset="-120"/>
              </a:rPr>
              <a:t>Con contrato (Pydantic)</a:t>
            </a:r>
            <a:endParaRPr lang="en-US" sz="1500" dirty="0"/>
          </a:p>
        </p:txBody>
      </p:sp>
      <p:sp>
        <p:nvSpPr>
          <p:cNvPr id="8" name="Text 9">
            <a:extLst>
              <a:ext uri="{FF2B5EF4-FFF2-40B4-BE49-F238E27FC236}">
                <a16:creationId xmlns:a16="http://schemas.microsoft.com/office/drawing/2014/main" id="{4FC52CC8-FE77-4361-B732-7EF9D56C7F94}"/>
              </a:ext>
            </a:extLst>
          </p:cNvPr>
          <p:cNvSpPr txBox="1"/>
          <p:nvPr/>
        </p:nvSpPr>
        <p:spPr>
          <a:xfrm>
            <a:off x="6355080" y="3231662"/>
            <a:ext cx="4663440" cy="2286000"/>
          </a:xfrm>
          <a:prstGeom prst="rect">
            <a:avLst/>
          </a:prstGeom>
          <a:solidFill>
            <a:srgbClr val="92D050">
              <a:alpha val="47000"/>
            </a:srgbClr>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spcAft>
                <a:spcPts val="800"/>
              </a:spcAft>
              <a:buSzPct val="100000"/>
              <a:buChar char="•"/>
            </a:pPr>
            <a:r>
              <a:rPr lang="en-US" sz="1250" dirty="0">
                <a:solidFill>
                  <a:srgbClr val="1E293B"/>
                </a:solidFill>
                <a:latin typeface="Arial" pitchFamily="34" charset="0"/>
                <a:ea typeface="Arial" pitchFamily="34" charset="-122"/>
                <a:cs typeface="Arial" pitchFamily="34" charset="-120"/>
              </a:rPr>
              <a:t>Una enumeración define solo 3 valores exactos</a:t>
            </a:r>
            <a:endParaRPr lang="en-US" sz="1250" dirty="0"/>
          </a:p>
          <a:p>
            <a:pPr marL="342900" indent="-342900">
              <a:spcAft>
                <a:spcPts val="800"/>
              </a:spcAft>
              <a:buSzPct val="100000"/>
              <a:buChar char="•"/>
            </a:pPr>
            <a:r>
              <a:rPr lang="en-US" sz="1250" dirty="0">
                <a:solidFill>
                  <a:srgbClr val="1E293B"/>
                </a:solidFill>
                <a:latin typeface="Arial" pitchFamily="34" charset="0"/>
                <a:ea typeface="Arial" pitchFamily="34" charset="-122"/>
                <a:cs typeface="Arial" pitchFamily="34" charset="-120"/>
              </a:rPr>
              <a:t>"1 year" no es ninguno de los tres</a:t>
            </a:r>
            <a:endParaRPr lang="en-US" sz="1250" dirty="0"/>
          </a:p>
          <a:p>
            <a:pPr marL="342900" indent="-342900">
              <a:spcAft>
                <a:spcPts val="800"/>
              </a:spcAft>
              <a:buSzPct val="100000"/>
              <a:buChar char="•"/>
            </a:pPr>
            <a:r>
              <a:rPr lang="en-US" sz="1250" dirty="0">
                <a:solidFill>
                  <a:srgbClr val="1E293B"/>
                </a:solidFill>
                <a:latin typeface="Arial" pitchFamily="34" charset="0"/>
                <a:ea typeface="Arial" pitchFamily="34" charset="-122"/>
                <a:cs typeface="Arial" pitchFamily="34" charset="-120"/>
              </a:rPr>
              <a:t>Se rechaza al instante, antes de tocar el modelo</a:t>
            </a:r>
            <a:endParaRPr lang="en-US" sz="1250" dirty="0"/>
          </a:p>
          <a:p>
            <a:pPr marL="342900" indent="-342900">
              <a:spcAft>
                <a:spcPts val="800"/>
              </a:spcAft>
              <a:buSzPct val="100000"/>
              <a:buChar char="•"/>
            </a:pPr>
            <a:r>
              <a:rPr lang="en-US" sz="1250" dirty="0">
                <a:solidFill>
                  <a:srgbClr val="1E293B"/>
                </a:solidFill>
                <a:latin typeface="Arial" pitchFamily="34" charset="0"/>
                <a:ea typeface="Arial" pitchFamily="34" charset="-122"/>
                <a:cs typeface="Arial" pitchFamily="34" charset="-120"/>
              </a:rPr>
              <a:t>Responde 422 con el campo exacto que falló</a:t>
            </a:r>
            <a:endParaRPr lang="en-US" sz="1250" dirty="0"/>
          </a:p>
          <a:p>
            <a:pPr marL="342900" indent="-342900">
              <a:spcAft>
                <a:spcPts val="800"/>
              </a:spcAft>
              <a:buSzPct val="100000"/>
              <a:buChar char="•"/>
            </a:pPr>
            <a:r>
              <a:rPr lang="en-US" sz="1250" b="1" dirty="0">
                <a:solidFill>
                  <a:srgbClr val="16A34A"/>
                </a:solidFill>
                <a:latin typeface="Arial" pitchFamily="34" charset="0"/>
                <a:ea typeface="Arial" pitchFamily="34" charset="-122"/>
                <a:cs typeface="Arial" pitchFamily="34" charset="-120"/>
              </a:rPr>
              <a:t>El error es visible, no silencioso</a:t>
            </a:r>
            <a:endParaRPr lang="en-US" sz="1250" dirty="0"/>
          </a:p>
        </p:txBody>
      </p:sp>
      <p:sp>
        <p:nvSpPr>
          <p:cNvPr id="9" name="Text 10">
            <a:extLst>
              <a:ext uri="{FF2B5EF4-FFF2-40B4-BE49-F238E27FC236}">
                <a16:creationId xmlns:a16="http://schemas.microsoft.com/office/drawing/2014/main" id="{E30DACEC-61BB-C706-3F05-3284DB45D91E}"/>
              </a:ext>
            </a:extLst>
          </p:cNvPr>
          <p:cNvSpPr txBox="1"/>
          <p:nvPr/>
        </p:nvSpPr>
        <p:spPr>
          <a:xfrm>
            <a:off x="548640" y="5929142"/>
            <a:ext cx="10789920" cy="5486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i="1" dirty="0">
                <a:solidFill>
                  <a:srgbClr val="3730A3"/>
                </a:solidFill>
                <a:latin typeface="Arial" pitchFamily="34" charset="0"/>
                <a:ea typeface="Arial" pitchFamily="34" charset="-122"/>
                <a:cs typeface="Arial" pitchFamily="34" charset="-120"/>
              </a:rPr>
              <a:t>Un contrato no es burocracia. Es la diferencia entre un error visible y uno que nadie nota.</a:t>
            </a:r>
            <a:endParaRPr lang="en-US" sz="1400" dirty="0"/>
          </a:p>
        </p:txBody>
      </p:sp>
      <p:sp>
        <p:nvSpPr>
          <p:cNvPr id="11" name="Google Shape;16;p6">
            <a:extLst>
              <a:ext uri="{FF2B5EF4-FFF2-40B4-BE49-F238E27FC236}">
                <a16:creationId xmlns:a16="http://schemas.microsoft.com/office/drawing/2014/main" id="{79BE2A92-65C1-BF66-B301-291D12DF7E86}"/>
              </a:ext>
            </a:extLst>
          </p:cNvPr>
          <p:cNvSpPr/>
          <p:nvPr/>
        </p:nvSpPr>
        <p:spPr>
          <a:xfrm>
            <a:off x="0" y="0"/>
            <a:ext cx="12188952" cy="932688"/>
          </a:xfrm>
          <a:prstGeom prst="rect">
            <a:avLst/>
          </a:prstGeom>
          <a:solidFill>
            <a:srgbClr val="5454E8"/>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pic>
        <p:nvPicPr>
          <p:cNvPr id="13" name="Google Shape;17;p6" descr="A logo with white text&#10;&#10;AI-generated content may be incorrect.">
            <a:extLst>
              <a:ext uri="{FF2B5EF4-FFF2-40B4-BE49-F238E27FC236}">
                <a16:creationId xmlns:a16="http://schemas.microsoft.com/office/drawing/2014/main" id="{AC4F1260-FEB2-1246-4922-CF937A50AA59}"/>
              </a:ext>
            </a:extLst>
          </p:cNvPr>
          <p:cNvPicPr preferRelativeResize="0"/>
          <p:nvPr/>
        </p:nvPicPr>
        <p:blipFill rotWithShape="1">
          <a:blip r:embed="rId2">
            <a:alphaModFix/>
          </a:blip>
          <a:srcRect/>
          <a:stretch/>
        </p:blipFill>
        <p:spPr>
          <a:xfrm>
            <a:off x="421249" y="147320"/>
            <a:ext cx="1691640" cy="708128"/>
          </a:xfrm>
          <a:prstGeom prst="rect">
            <a:avLst/>
          </a:prstGeom>
          <a:noFill/>
          <a:ln>
            <a:noFill/>
          </a:ln>
        </p:spPr>
      </p:pic>
      <p:sp>
        <p:nvSpPr>
          <p:cNvPr id="15" name="Google Shape;18;p6">
            <a:extLst>
              <a:ext uri="{FF2B5EF4-FFF2-40B4-BE49-F238E27FC236}">
                <a16:creationId xmlns:a16="http://schemas.microsoft.com/office/drawing/2014/main" id="{713C6067-38C8-3960-CFE4-15985EFBCAD8}"/>
              </a:ext>
            </a:extLst>
          </p:cNvPr>
          <p:cNvSpPr/>
          <p:nvPr/>
        </p:nvSpPr>
        <p:spPr>
          <a:xfrm>
            <a:off x="5760720" y="864303"/>
            <a:ext cx="6428232" cy="658368"/>
          </a:xfrm>
          <a:prstGeom prst="rect">
            <a:avLst/>
          </a:prstGeom>
          <a:solidFill>
            <a:srgbClr val="4CB87A"/>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 name="Text 1">
            <a:extLst>
              <a:ext uri="{FF2B5EF4-FFF2-40B4-BE49-F238E27FC236}">
                <a16:creationId xmlns:a16="http://schemas.microsoft.com/office/drawing/2014/main" id="{D1A592D1-E962-A6D8-9A95-CA4342E50478}"/>
              </a:ext>
            </a:extLst>
          </p:cNvPr>
          <p:cNvSpPr txBox="1"/>
          <p:nvPr/>
        </p:nvSpPr>
        <p:spPr>
          <a:xfrm>
            <a:off x="421640" y="1449674"/>
            <a:ext cx="6843931" cy="500577"/>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1E293B"/>
                </a:solidFill>
                <a:latin typeface="Arial"/>
                <a:ea typeface="Arial" pitchFamily="34" charset="-122"/>
                <a:cs typeface="Arial"/>
              </a:rPr>
              <a:t>¿Qué pasa si contract llega como "1 year"?</a:t>
            </a:r>
            <a:endParaRPr lang="en-US" sz="2400">
              <a:latin typeface="Arial"/>
              <a:ea typeface="Calibri"/>
              <a:cs typeface="Arial"/>
            </a:endParaRPr>
          </a:p>
        </p:txBody>
      </p:sp>
      <p:sp>
        <p:nvSpPr>
          <p:cNvPr id="2" name="Text 0">
            <a:extLst>
              <a:ext uri="{FF2B5EF4-FFF2-40B4-BE49-F238E27FC236}">
                <a16:creationId xmlns:a16="http://schemas.microsoft.com/office/drawing/2014/main" id="{E715B694-3AB2-6291-937A-EED597E852DC}"/>
              </a:ext>
            </a:extLst>
          </p:cNvPr>
          <p:cNvSpPr txBox="1"/>
          <p:nvPr/>
        </p:nvSpPr>
        <p:spPr>
          <a:xfrm>
            <a:off x="5863102" y="1033194"/>
            <a:ext cx="10972800" cy="36576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kern="0" spc="200" dirty="0">
                <a:solidFill>
                  <a:srgbClr val="5454E9"/>
                </a:solidFill>
                <a:latin typeface="Arial" pitchFamily="34" charset="0"/>
                <a:ea typeface="Arial" pitchFamily="34" charset="-122"/>
                <a:cs typeface="Arial" pitchFamily="34" charset="-120"/>
              </a:rPr>
              <a:t>CONTRATO DE API — SENSIBILIZACIÓN</a:t>
            </a:r>
            <a:endParaRPr lang="en-US" sz="1200" dirty="0"/>
          </a:p>
        </p:txBody>
      </p:sp>
    </p:spTree>
    <p:extLst>
      <p:ext uri="{BB962C8B-B14F-4D97-AF65-F5344CB8AC3E}">
        <p14:creationId xmlns:p14="http://schemas.microsoft.com/office/powerpoint/2010/main" val="12240576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1" name="Text 1">
            <a:extLst>
              <a:ext uri="{FF2B5EF4-FFF2-40B4-BE49-F238E27FC236}">
                <a16:creationId xmlns:a16="http://schemas.microsoft.com/office/drawing/2014/main" id="{C95598DA-C2EF-CC5E-6205-5F7894F8D7C8}"/>
              </a:ext>
            </a:extLst>
          </p:cNvPr>
          <p:cNvSpPr txBox="1"/>
          <p:nvPr/>
        </p:nvSpPr>
        <p:spPr>
          <a:xfrm>
            <a:off x="89486" y="1078445"/>
            <a:ext cx="5671625" cy="73152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1E293B"/>
                </a:solidFill>
                <a:latin typeface="Arial"/>
                <a:ea typeface="Arial" pitchFamily="34" charset="-122"/>
                <a:cs typeface="Arial"/>
              </a:rPr>
              <a:t>¿Cómo evitamos esto, y cómo nos avisa el servicio?</a:t>
            </a:r>
            <a:endParaRPr lang="en-US" sz="2400">
              <a:latin typeface="Arial"/>
              <a:ea typeface="Calibri"/>
              <a:cs typeface="Arial"/>
            </a:endParaRPr>
          </a:p>
        </p:txBody>
      </p:sp>
      <p:sp>
        <p:nvSpPr>
          <p:cNvPr id="22" name="Text 2">
            <a:extLst>
              <a:ext uri="{FF2B5EF4-FFF2-40B4-BE49-F238E27FC236}">
                <a16:creationId xmlns:a16="http://schemas.microsoft.com/office/drawing/2014/main" id="{6F23A10B-1446-C44C-DB3F-4BCC0E64DEBC}"/>
              </a:ext>
            </a:extLst>
          </p:cNvPr>
          <p:cNvSpPr txBox="1"/>
          <p:nvPr/>
        </p:nvSpPr>
        <p:spPr>
          <a:xfrm>
            <a:off x="548640" y="2108200"/>
            <a:ext cx="5212080" cy="36576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dirty="0">
                <a:solidFill>
                  <a:srgbClr val="5454E9"/>
                </a:solidFill>
                <a:latin typeface="Arial" pitchFamily="34" charset="0"/>
                <a:ea typeface="Arial" pitchFamily="34" charset="-122"/>
                <a:cs typeface="Arial" pitchFamily="34" charset="-120"/>
              </a:rPr>
              <a:t>El mecanismo</a:t>
            </a:r>
            <a:endParaRPr lang="en-US" sz="1400" dirty="0"/>
          </a:p>
        </p:txBody>
      </p:sp>
      <p:sp>
        <p:nvSpPr>
          <p:cNvPr id="23" name="Text 4">
            <a:extLst>
              <a:ext uri="{FF2B5EF4-FFF2-40B4-BE49-F238E27FC236}">
                <a16:creationId xmlns:a16="http://schemas.microsoft.com/office/drawing/2014/main" id="{EC55C91E-8800-DF3F-32C5-11BF630D930D}"/>
              </a:ext>
            </a:extLst>
          </p:cNvPr>
          <p:cNvSpPr txBox="1"/>
          <p:nvPr/>
        </p:nvSpPr>
        <p:spPr>
          <a:xfrm>
            <a:off x="822960" y="2702560"/>
            <a:ext cx="4663440" cy="24688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spcAft>
                <a:spcPts val="1000"/>
              </a:spcAft>
              <a:buSzPct val="100000"/>
              <a:buChar char="•"/>
            </a:pPr>
            <a:r>
              <a:rPr lang="en-US" sz="1250" dirty="0">
                <a:solidFill>
                  <a:srgbClr val="1E293B"/>
                </a:solidFill>
                <a:latin typeface="Arial" pitchFamily="34" charset="0"/>
                <a:ea typeface="Arial" pitchFamily="34" charset="-122"/>
                <a:cs typeface="Arial" pitchFamily="34" charset="-120"/>
              </a:rPr>
              <a:t>Pydantic valida cada campo antes de tocar el modelo</a:t>
            </a:r>
            <a:endParaRPr lang="en-US" sz="1250" dirty="0"/>
          </a:p>
          <a:p>
            <a:pPr marL="342900" indent="-342900">
              <a:spcAft>
                <a:spcPts val="1000"/>
              </a:spcAft>
              <a:buSzPct val="100000"/>
              <a:buChar char="•"/>
            </a:pPr>
            <a:r>
              <a:rPr lang="en-US" sz="1250" dirty="0">
                <a:solidFill>
                  <a:srgbClr val="1E293B"/>
                </a:solidFill>
                <a:latin typeface="Arial" pitchFamily="34" charset="0"/>
                <a:ea typeface="Arial" pitchFamily="34" charset="-122"/>
                <a:cs typeface="Arial" pitchFamily="34" charset="-120"/>
              </a:rPr>
              <a:t>Compara contra reglas explícitas: tipo, rango</a:t>
            </a:r>
            <a:endParaRPr lang="en-US" sz="1250" dirty="0"/>
          </a:p>
          <a:p>
            <a:pPr marL="342900" indent="-342900">
              <a:spcAft>
                <a:spcPts val="1000"/>
              </a:spcAft>
              <a:buSzPct val="100000"/>
              <a:buChar char="•"/>
            </a:pPr>
            <a:r>
              <a:rPr lang="en-US" sz="1250" dirty="0">
                <a:solidFill>
                  <a:srgbClr val="1E293B"/>
                </a:solidFill>
                <a:latin typeface="Arial" pitchFamily="34" charset="0"/>
                <a:ea typeface="Arial" pitchFamily="34" charset="-122"/>
                <a:cs typeface="Arial" pitchFamily="34" charset="-120"/>
              </a:rPr>
              <a:t>Y una enumeración con los valores exactos permitidos</a:t>
            </a:r>
            <a:endParaRPr lang="en-US" sz="1250" dirty="0"/>
          </a:p>
          <a:p>
            <a:pPr marL="342900" indent="-342900">
              <a:spcAft>
                <a:spcPts val="1000"/>
              </a:spcAft>
              <a:buSzPct val="100000"/>
              <a:buChar char="•"/>
            </a:pPr>
            <a:r>
              <a:rPr lang="en-US" sz="1250" b="1" dirty="0">
                <a:solidFill>
                  <a:srgbClr val="3730A3"/>
                </a:solidFill>
                <a:latin typeface="Arial" pitchFamily="34" charset="0"/>
                <a:ea typeface="Arial" pitchFamily="34" charset="-122"/>
                <a:cs typeface="Arial" pitchFamily="34" charset="-120"/>
              </a:rPr>
              <a:t>Si algo no calza, se detiene en la puerta</a:t>
            </a:r>
            <a:endParaRPr lang="en-US" sz="1250" dirty="0"/>
          </a:p>
        </p:txBody>
      </p:sp>
      <p:sp>
        <p:nvSpPr>
          <p:cNvPr id="24" name="Text 5">
            <a:extLst>
              <a:ext uri="{FF2B5EF4-FFF2-40B4-BE49-F238E27FC236}">
                <a16:creationId xmlns:a16="http://schemas.microsoft.com/office/drawing/2014/main" id="{2E9E5B74-537C-64C4-8352-E8FB85258959}"/>
              </a:ext>
            </a:extLst>
          </p:cNvPr>
          <p:cNvSpPr txBox="1"/>
          <p:nvPr/>
        </p:nvSpPr>
        <p:spPr>
          <a:xfrm>
            <a:off x="6080760" y="2108200"/>
            <a:ext cx="5212080" cy="36576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dirty="0">
                <a:solidFill>
                  <a:srgbClr val="5454E9"/>
                </a:solidFill>
                <a:latin typeface="Arial" pitchFamily="34" charset="0"/>
                <a:ea typeface="Arial" pitchFamily="34" charset="-122"/>
                <a:cs typeface="Arial" pitchFamily="34" charset="-120"/>
              </a:rPr>
              <a:t>El idioma común</a:t>
            </a:r>
            <a:endParaRPr lang="en-US" sz="1400" dirty="0"/>
          </a:p>
        </p:txBody>
      </p:sp>
      <p:sp>
        <p:nvSpPr>
          <p:cNvPr id="25" name="Text 7">
            <a:extLst>
              <a:ext uri="{FF2B5EF4-FFF2-40B4-BE49-F238E27FC236}">
                <a16:creationId xmlns:a16="http://schemas.microsoft.com/office/drawing/2014/main" id="{C47F88F8-B391-84F2-4A78-5C4FF66363A6}"/>
              </a:ext>
            </a:extLst>
          </p:cNvPr>
          <p:cNvSpPr txBox="1"/>
          <p:nvPr/>
        </p:nvSpPr>
        <p:spPr>
          <a:xfrm>
            <a:off x="6080760" y="2473960"/>
            <a:ext cx="914400" cy="621792"/>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b="1" dirty="0">
                <a:solidFill>
                  <a:srgbClr val="FFFFFF"/>
                </a:solidFill>
                <a:latin typeface="Arial" pitchFamily="34" charset="0"/>
                <a:ea typeface="Arial" pitchFamily="34" charset="-122"/>
                <a:cs typeface="Arial" pitchFamily="34" charset="-120"/>
              </a:rPr>
              <a:t>200</a:t>
            </a:r>
            <a:endParaRPr lang="en-US" sz="1500" dirty="0"/>
          </a:p>
        </p:txBody>
      </p:sp>
      <p:sp>
        <p:nvSpPr>
          <p:cNvPr id="26" name="Text 8">
            <a:extLst>
              <a:ext uri="{FF2B5EF4-FFF2-40B4-BE49-F238E27FC236}">
                <a16:creationId xmlns:a16="http://schemas.microsoft.com/office/drawing/2014/main" id="{F1739A28-3485-951B-914D-96CA2BF71003}"/>
              </a:ext>
            </a:extLst>
          </p:cNvPr>
          <p:cNvSpPr txBox="1"/>
          <p:nvPr/>
        </p:nvSpPr>
        <p:spPr>
          <a:xfrm>
            <a:off x="7132320" y="2473960"/>
            <a:ext cx="4114800" cy="621792"/>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50" dirty="0">
                <a:solidFill>
                  <a:srgbClr val="1E293B"/>
                </a:solidFill>
                <a:latin typeface="Arial" pitchFamily="34" charset="0"/>
                <a:ea typeface="Arial" pitchFamily="34" charset="-122"/>
                <a:cs typeface="Arial" pitchFamily="34" charset="-120"/>
              </a:rPr>
              <a:t>OK</a:t>
            </a:r>
            <a:endParaRPr lang="en-US" sz="1250" dirty="0"/>
          </a:p>
        </p:txBody>
      </p:sp>
      <p:sp>
        <p:nvSpPr>
          <p:cNvPr id="27" name="Text 10">
            <a:extLst>
              <a:ext uri="{FF2B5EF4-FFF2-40B4-BE49-F238E27FC236}">
                <a16:creationId xmlns:a16="http://schemas.microsoft.com/office/drawing/2014/main" id="{8B6101A4-0643-12AF-72AE-D0639DBDF88D}"/>
              </a:ext>
            </a:extLst>
          </p:cNvPr>
          <p:cNvSpPr txBox="1"/>
          <p:nvPr/>
        </p:nvSpPr>
        <p:spPr>
          <a:xfrm>
            <a:off x="6080760" y="3223768"/>
            <a:ext cx="914400" cy="621792"/>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b="1" dirty="0">
                <a:solidFill>
                  <a:srgbClr val="FFFFFF"/>
                </a:solidFill>
                <a:latin typeface="Arial" pitchFamily="34" charset="0"/>
                <a:ea typeface="Arial" pitchFamily="34" charset="-122"/>
                <a:cs typeface="Arial" pitchFamily="34" charset="-120"/>
              </a:rPr>
              <a:t>422</a:t>
            </a:r>
            <a:endParaRPr lang="en-US" sz="1500" dirty="0"/>
          </a:p>
        </p:txBody>
      </p:sp>
      <p:sp>
        <p:nvSpPr>
          <p:cNvPr id="28" name="Text 11">
            <a:extLst>
              <a:ext uri="{FF2B5EF4-FFF2-40B4-BE49-F238E27FC236}">
                <a16:creationId xmlns:a16="http://schemas.microsoft.com/office/drawing/2014/main" id="{399997B3-A4D6-4F53-1A32-76085A3B13F7}"/>
              </a:ext>
            </a:extLst>
          </p:cNvPr>
          <p:cNvSpPr txBox="1"/>
          <p:nvPr/>
        </p:nvSpPr>
        <p:spPr>
          <a:xfrm>
            <a:off x="7132320" y="3223768"/>
            <a:ext cx="4114800" cy="621792"/>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50" dirty="0">
                <a:solidFill>
                  <a:srgbClr val="1E293B"/>
                </a:solidFill>
                <a:latin typeface="Arial" pitchFamily="34" charset="0"/>
                <a:ea typeface="Arial" pitchFamily="34" charset="-122"/>
                <a:cs typeface="Arial" pitchFamily="34" charset="-120"/>
              </a:rPr>
              <a:t>Datos inválidos</a:t>
            </a:r>
            <a:endParaRPr lang="en-US" sz="1250" dirty="0"/>
          </a:p>
        </p:txBody>
      </p:sp>
      <p:sp>
        <p:nvSpPr>
          <p:cNvPr id="29" name="Text 13">
            <a:extLst>
              <a:ext uri="{FF2B5EF4-FFF2-40B4-BE49-F238E27FC236}">
                <a16:creationId xmlns:a16="http://schemas.microsoft.com/office/drawing/2014/main" id="{F42A4034-8380-4EDA-5D72-607CABAEF0A6}"/>
              </a:ext>
            </a:extLst>
          </p:cNvPr>
          <p:cNvSpPr txBox="1"/>
          <p:nvPr/>
        </p:nvSpPr>
        <p:spPr>
          <a:xfrm>
            <a:off x="6080760" y="3973576"/>
            <a:ext cx="914400" cy="621792"/>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b="1" dirty="0">
                <a:solidFill>
                  <a:srgbClr val="FFFFFF"/>
                </a:solidFill>
                <a:latin typeface="Arial" pitchFamily="34" charset="0"/>
                <a:ea typeface="Arial" pitchFamily="34" charset="-122"/>
                <a:cs typeface="Arial" pitchFamily="34" charset="-120"/>
              </a:rPr>
              <a:t>500</a:t>
            </a:r>
            <a:endParaRPr lang="en-US" sz="1500" dirty="0"/>
          </a:p>
        </p:txBody>
      </p:sp>
      <p:sp>
        <p:nvSpPr>
          <p:cNvPr id="30" name="Text 14">
            <a:extLst>
              <a:ext uri="{FF2B5EF4-FFF2-40B4-BE49-F238E27FC236}">
                <a16:creationId xmlns:a16="http://schemas.microsoft.com/office/drawing/2014/main" id="{A695D3D9-E3B7-6DB9-B143-AD88A93637A1}"/>
              </a:ext>
            </a:extLst>
          </p:cNvPr>
          <p:cNvSpPr txBox="1"/>
          <p:nvPr/>
        </p:nvSpPr>
        <p:spPr>
          <a:xfrm>
            <a:off x="7132320" y="3973576"/>
            <a:ext cx="4114800" cy="621792"/>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50" dirty="0">
                <a:solidFill>
                  <a:srgbClr val="1E293B"/>
                </a:solidFill>
                <a:latin typeface="Arial" pitchFamily="34" charset="0"/>
                <a:ea typeface="Arial" pitchFamily="34" charset="-122"/>
                <a:cs typeface="Arial" pitchFamily="34" charset="-120"/>
              </a:rPr>
              <a:t>Error interno</a:t>
            </a:r>
            <a:endParaRPr lang="en-US" sz="1250" dirty="0"/>
          </a:p>
        </p:txBody>
      </p:sp>
      <p:sp>
        <p:nvSpPr>
          <p:cNvPr id="31" name="Text 16">
            <a:extLst>
              <a:ext uri="{FF2B5EF4-FFF2-40B4-BE49-F238E27FC236}">
                <a16:creationId xmlns:a16="http://schemas.microsoft.com/office/drawing/2014/main" id="{A96AE25D-8295-A1EB-EE34-26A6CE49D34D}"/>
              </a:ext>
            </a:extLst>
          </p:cNvPr>
          <p:cNvSpPr txBox="1"/>
          <p:nvPr/>
        </p:nvSpPr>
        <p:spPr>
          <a:xfrm>
            <a:off x="6080760" y="4723384"/>
            <a:ext cx="914400" cy="621792"/>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b="1" dirty="0">
                <a:solidFill>
                  <a:srgbClr val="FFFFFF"/>
                </a:solidFill>
                <a:latin typeface="Arial" pitchFamily="34" charset="0"/>
                <a:ea typeface="Arial" pitchFamily="34" charset="-122"/>
                <a:cs typeface="Arial" pitchFamily="34" charset="-120"/>
              </a:rPr>
              <a:t>503</a:t>
            </a:r>
            <a:endParaRPr lang="en-US" sz="1500" dirty="0"/>
          </a:p>
        </p:txBody>
      </p:sp>
      <p:sp>
        <p:nvSpPr>
          <p:cNvPr id="32" name="Text 17">
            <a:extLst>
              <a:ext uri="{FF2B5EF4-FFF2-40B4-BE49-F238E27FC236}">
                <a16:creationId xmlns:a16="http://schemas.microsoft.com/office/drawing/2014/main" id="{E425CD9C-6A91-91B1-C345-909C1AAFB21F}"/>
              </a:ext>
            </a:extLst>
          </p:cNvPr>
          <p:cNvSpPr txBox="1"/>
          <p:nvPr/>
        </p:nvSpPr>
        <p:spPr>
          <a:xfrm>
            <a:off x="7132320" y="4723384"/>
            <a:ext cx="4114800" cy="621792"/>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50" dirty="0">
                <a:solidFill>
                  <a:srgbClr val="1E293B"/>
                </a:solidFill>
                <a:latin typeface="Arial" pitchFamily="34" charset="0"/>
                <a:ea typeface="Arial" pitchFamily="34" charset="-122"/>
                <a:cs typeface="Arial" pitchFamily="34" charset="-120"/>
              </a:rPr>
              <a:t>Modelo cargando</a:t>
            </a:r>
            <a:endParaRPr lang="en-US" sz="1250" dirty="0"/>
          </a:p>
        </p:txBody>
      </p:sp>
      <p:sp>
        <p:nvSpPr>
          <p:cNvPr id="33" name="Text 19">
            <a:extLst>
              <a:ext uri="{FF2B5EF4-FFF2-40B4-BE49-F238E27FC236}">
                <a16:creationId xmlns:a16="http://schemas.microsoft.com/office/drawing/2014/main" id="{405766DB-0633-A60F-261C-3198AF5EAFAC}"/>
              </a:ext>
            </a:extLst>
          </p:cNvPr>
          <p:cNvSpPr txBox="1"/>
          <p:nvPr/>
        </p:nvSpPr>
        <p:spPr>
          <a:xfrm>
            <a:off x="822960" y="5582920"/>
            <a:ext cx="10241280" cy="1051560"/>
          </a:xfrm>
          <a:prstGeom prst="rect">
            <a:avLst/>
          </a:prstGeom>
          <a:solidFill>
            <a:srgbClr val="287EC9">
              <a:alpha val="28000"/>
            </a:srgbClr>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i="1" dirty="0">
                <a:solidFill>
                  <a:srgbClr val="3730A3"/>
                </a:solidFill>
                <a:latin typeface="Arial" pitchFamily="34" charset="0"/>
                <a:ea typeface="Arial" pitchFamily="34" charset="-122"/>
                <a:cs typeface="Arial" pitchFamily="34" charset="-120"/>
              </a:rPr>
              <a:t>Con esto: "1 year" se rechaza con 422, antes de llegar al modelo. El error que antes era invisible, ahora se ve.</a:t>
            </a:r>
            <a:endParaRPr lang="en-US" sz="1400" dirty="0"/>
          </a:p>
        </p:txBody>
      </p:sp>
      <p:sp>
        <p:nvSpPr>
          <p:cNvPr id="34" name="Text 7">
            <a:extLst>
              <a:ext uri="{FF2B5EF4-FFF2-40B4-BE49-F238E27FC236}">
                <a16:creationId xmlns:a16="http://schemas.microsoft.com/office/drawing/2014/main" id="{4A7CABAE-8967-8A95-D3C1-D639D7479B6E}"/>
              </a:ext>
            </a:extLst>
          </p:cNvPr>
          <p:cNvSpPr txBox="1"/>
          <p:nvPr/>
        </p:nvSpPr>
        <p:spPr>
          <a:xfrm>
            <a:off x="6080760" y="2473960"/>
            <a:ext cx="914400" cy="621792"/>
          </a:xfrm>
          <a:prstGeom prst="rect">
            <a:avLst/>
          </a:prstGeom>
          <a:solidFill>
            <a:srgbClr val="92D050"/>
          </a:solid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b="1" dirty="0">
                <a:solidFill>
                  <a:srgbClr val="FFFFFF"/>
                </a:solidFill>
                <a:latin typeface="Arial" pitchFamily="34" charset="0"/>
                <a:ea typeface="Arial" pitchFamily="34" charset="-122"/>
                <a:cs typeface="Arial" pitchFamily="34" charset="-120"/>
              </a:rPr>
              <a:t>200</a:t>
            </a:r>
            <a:endParaRPr lang="en-US" sz="1500" dirty="0"/>
          </a:p>
        </p:txBody>
      </p:sp>
      <p:sp>
        <p:nvSpPr>
          <p:cNvPr id="35" name="Text 10">
            <a:extLst>
              <a:ext uri="{FF2B5EF4-FFF2-40B4-BE49-F238E27FC236}">
                <a16:creationId xmlns:a16="http://schemas.microsoft.com/office/drawing/2014/main" id="{F6696B55-064E-BF23-9B35-F9AD4AA4E895}"/>
              </a:ext>
            </a:extLst>
          </p:cNvPr>
          <p:cNvSpPr txBox="1"/>
          <p:nvPr/>
        </p:nvSpPr>
        <p:spPr>
          <a:xfrm>
            <a:off x="6080760" y="3223768"/>
            <a:ext cx="914400" cy="621792"/>
          </a:xfrm>
          <a:prstGeom prst="rect">
            <a:avLst/>
          </a:prstGeom>
          <a:solidFill>
            <a:srgbClr val="FF0000"/>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b="1" dirty="0">
                <a:solidFill>
                  <a:srgbClr val="FFFFFF"/>
                </a:solidFill>
                <a:latin typeface="Arial" pitchFamily="34" charset="0"/>
                <a:ea typeface="Arial" pitchFamily="34" charset="-122"/>
                <a:cs typeface="Arial" pitchFamily="34" charset="-120"/>
              </a:rPr>
              <a:t>422</a:t>
            </a:r>
            <a:endParaRPr lang="en-US" sz="1500" dirty="0"/>
          </a:p>
        </p:txBody>
      </p:sp>
      <p:sp>
        <p:nvSpPr>
          <p:cNvPr id="36" name="Text 13">
            <a:extLst>
              <a:ext uri="{FF2B5EF4-FFF2-40B4-BE49-F238E27FC236}">
                <a16:creationId xmlns:a16="http://schemas.microsoft.com/office/drawing/2014/main" id="{FF6B8476-4204-FB81-B467-B026BA486B32}"/>
              </a:ext>
            </a:extLst>
          </p:cNvPr>
          <p:cNvSpPr txBox="1"/>
          <p:nvPr/>
        </p:nvSpPr>
        <p:spPr>
          <a:xfrm>
            <a:off x="6080760" y="3973576"/>
            <a:ext cx="914400" cy="621792"/>
          </a:xfrm>
          <a:prstGeom prst="rect">
            <a:avLst/>
          </a:prstGeom>
          <a:solidFill>
            <a:schemeClr val="accent2">
              <a:lumMod val="75000"/>
            </a:schemeClr>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b="1" dirty="0">
                <a:solidFill>
                  <a:srgbClr val="FFFFFF"/>
                </a:solidFill>
                <a:latin typeface="Arial" pitchFamily="34" charset="0"/>
                <a:ea typeface="Arial" pitchFamily="34" charset="-122"/>
                <a:cs typeface="Arial" pitchFamily="34" charset="-120"/>
              </a:rPr>
              <a:t>500</a:t>
            </a:r>
            <a:endParaRPr lang="en-US" sz="1500" dirty="0"/>
          </a:p>
        </p:txBody>
      </p:sp>
      <p:sp>
        <p:nvSpPr>
          <p:cNvPr id="37" name="Text 16">
            <a:extLst>
              <a:ext uri="{FF2B5EF4-FFF2-40B4-BE49-F238E27FC236}">
                <a16:creationId xmlns:a16="http://schemas.microsoft.com/office/drawing/2014/main" id="{74A7CDBD-7603-C635-2985-5EE195890E1F}"/>
              </a:ext>
            </a:extLst>
          </p:cNvPr>
          <p:cNvSpPr txBox="1"/>
          <p:nvPr/>
        </p:nvSpPr>
        <p:spPr>
          <a:xfrm>
            <a:off x="6080760" y="4723384"/>
            <a:ext cx="914400" cy="621792"/>
          </a:xfrm>
          <a:prstGeom prst="rect">
            <a:avLst/>
          </a:prstGeom>
          <a:solidFill>
            <a:srgbClr val="A30505"/>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b="1" dirty="0">
                <a:solidFill>
                  <a:srgbClr val="FFFFFF"/>
                </a:solidFill>
                <a:latin typeface="Arial" pitchFamily="34" charset="0"/>
                <a:ea typeface="Arial" pitchFamily="34" charset="-122"/>
                <a:cs typeface="Arial" pitchFamily="34" charset="-120"/>
              </a:rPr>
              <a:t>503</a:t>
            </a:r>
            <a:endParaRPr lang="en-US" sz="1500" dirty="0"/>
          </a:p>
        </p:txBody>
      </p:sp>
      <p:sp>
        <p:nvSpPr>
          <p:cNvPr id="3" name="Google Shape;16;p6">
            <a:extLst>
              <a:ext uri="{FF2B5EF4-FFF2-40B4-BE49-F238E27FC236}">
                <a16:creationId xmlns:a16="http://schemas.microsoft.com/office/drawing/2014/main" id="{7C5F86CC-9649-97A3-54B3-88C9190E0EDF}"/>
              </a:ext>
            </a:extLst>
          </p:cNvPr>
          <p:cNvSpPr/>
          <p:nvPr/>
        </p:nvSpPr>
        <p:spPr>
          <a:xfrm>
            <a:off x="-9769" y="0"/>
            <a:ext cx="12188952" cy="932688"/>
          </a:xfrm>
          <a:prstGeom prst="rect">
            <a:avLst/>
          </a:prstGeom>
          <a:solidFill>
            <a:srgbClr val="5454E8"/>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pic>
        <p:nvPicPr>
          <p:cNvPr id="5" name="Google Shape;17;p6" descr="A logo with white text&#10;&#10;AI-generated content may be incorrect.">
            <a:extLst>
              <a:ext uri="{FF2B5EF4-FFF2-40B4-BE49-F238E27FC236}">
                <a16:creationId xmlns:a16="http://schemas.microsoft.com/office/drawing/2014/main" id="{99E3A8F1-A297-4864-70F9-853E9D3EA45A}"/>
              </a:ext>
            </a:extLst>
          </p:cNvPr>
          <p:cNvPicPr preferRelativeResize="0"/>
          <p:nvPr/>
        </p:nvPicPr>
        <p:blipFill rotWithShape="1">
          <a:blip r:embed="rId3">
            <a:alphaModFix/>
          </a:blip>
          <a:srcRect/>
          <a:stretch/>
        </p:blipFill>
        <p:spPr>
          <a:xfrm>
            <a:off x="421249" y="147320"/>
            <a:ext cx="1691640" cy="708128"/>
          </a:xfrm>
          <a:prstGeom prst="rect">
            <a:avLst/>
          </a:prstGeom>
          <a:noFill/>
          <a:ln>
            <a:noFill/>
          </a:ln>
        </p:spPr>
      </p:pic>
      <p:sp>
        <p:nvSpPr>
          <p:cNvPr id="7" name="Google Shape;18;p6">
            <a:extLst>
              <a:ext uri="{FF2B5EF4-FFF2-40B4-BE49-F238E27FC236}">
                <a16:creationId xmlns:a16="http://schemas.microsoft.com/office/drawing/2014/main" id="{D4485070-785F-D031-2F62-78361736F4F0}"/>
              </a:ext>
            </a:extLst>
          </p:cNvPr>
          <p:cNvSpPr/>
          <p:nvPr/>
        </p:nvSpPr>
        <p:spPr>
          <a:xfrm>
            <a:off x="5760720" y="932688"/>
            <a:ext cx="6428232" cy="658368"/>
          </a:xfrm>
          <a:prstGeom prst="rect">
            <a:avLst/>
          </a:prstGeom>
          <a:solidFill>
            <a:srgbClr val="4CB87A"/>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0" name="Text 0">
            <a:extLst>
              <a:ext uri="{FF2B5EF4-FFF2-40B4-BE49-F238E27FC236}">
                <a16:creationId xmlns:a16="http://schemas.microsoft.com/office/drawing/2014/main" id="{F7C03BAE-DBE9-9C33-2ADF-FA412E374EEE}"/>
              </a:ext>
            </a:extLst>
          </p:cNvPr>
          <p:cNvSpPr txBox="1"/>
          <p:nvPr/>
        </p:nvSpPr>
        <p:spPr>
          <a:xfrm>
            <a:off x="6996333" y="1082040"/>
            <a:ext cx="10972800" cy="36576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kern="0" spc="200" dirty="0">
                <a:solidFill>
                  <a:srgbClr val="5454E9"/>
                </a:solidFill>
                <a:latin typeface="Arial" pitchFamily="34" charset="0"/>
                <a:ea typeface="Arial" pitchFamily="34" charset="-122"/>
                <a:cs typeface="Arial" pitchFamily="34" charset="-120"/>
              </a:rPr>
              <a:t>CONTRATO DE API — CÓMO SE LOGRA</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008202FB-7B5D-4EFD-3F1C-34AD9674B7B0}"/>
              </a:ext>
            </a:extLst>
          </p:cNvPr>
          <p:cNvSpPr txBox="1"/>
          <p:nvPr/>
        </p:nvSpPr>
        <p:spPr>
          <a:xfrm>
            <a:off x="343486" y="1351983"/>
            <a:ext cx="5407855" cy="73152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1E293B"/>
                </a:solidFill>
                <a:latin typeface="Arial"/>
                <a:ea typeface="Arial" pitchFamily="34" charset="-122"/>
                <a:cs typeface="Arial"/>
              </a:rPr>
              <a:t>¿Por qué no correr el código y ya?</a:t>
            </a:r>
            <a:endParaRPr lang="en-US" sz="2400">
              <a:latin typeface="Arial"/>
              <a:ea typeface="Calibri"/>
              <a:cs typeface="Arial"/>
            </a:endParaRPr>
          </a:p>
        </p:txBody>
      </p:sp>
      <p:sp>
        <p:nvSpPr>
          <p:cNvPr id="4" name="Text 2">
            <a:extLst>
              <a:ext uri="{FF2B5EF4-FFF2-40B4-BE49-F238E27FC236}">
                <a16:creationId xmlns:a16="http://schemas.microsoft.com/office/drawing/2014/main" id="{2E2C5562-13DD-E0B7-B60E-B5F09F3324E3}"/>
              </a:ext>
            </a:extLst>
          </p:cNvPr>
          <p:cNvSpPr txBox="1"/>
          <p:nvPr/>
        </p:nvSpPr>
        <p:spPr>
          <a:xfrm>
            <a:off x="457200" y="2443871"/>
            <a:ext cx="5120640" cy="3200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475569"/>
                </a:solidFill>
                <a:latin typeface="Arial" pitchFamily="34" charset="0"/>
                <a:ea typeface="Arial" pitchFamily="34" charset="-122"/>
                <a:cs typeface="Arial" pitchFamily="34" charset="-120"/>
              </a:rPr>
              <a:t>Sin Docker</a:t>
            </a:r>
            <a:endParaRPr lang="en-US" sz="1300" dirty="0"/>
          </a:p>
        </p:txBody>
      </p:sp>
      <p:sp>
        <p:nvSpPr>
          <p:cNvPr id="5" name="Text 4">
            <a:extLst>
              <a:ext uri="{FF2B5EF4-FFF2-40B4-BE49-F238E27FC236}">
                <a16:creationId xmlns:a16="http://schemas.microsoft.com/office/drawing/2014/main" id="{55C9CB83-6CA0-4191-3CED-489EEF8EBCD0}"/>
              </a:ext>
            </a:extLst>
          </p:cNvPr>
          <p:cNvSpPr txBox="1"/>
          <p:nvPr/>
        </p:nvSpPr>
        <p:spPr>
          <a:xfrm>
            <a:off x="457200" y="2965079"/>
            <a:ext cx="1417320" cy="292608"/>
          </a:xfrm>
          <a:prstGeom prst="rect">
            <a:avLst/>
          </a:prstGeom>
          <a:noFill/>
          <a:ln>
            <a:solidFill>
              <a:srgbClr val="FF0000"/>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50" b="1" dirty="0">
                <a:solidFill>
                  <a:srgbClr val="1E293B"/>
                </a:solidFill>
                <a:latin typeface="Arial" pitchFamily="34" charset="0"/>
                <a:ea typeface="Arial" pitchFamily="34" charset="-122"/>
                <a:cs typeface="Arial" pitchFamily="34" charset="-120"/>
              </a:rPr>
              <a:t>Tu laptop</a:t>
            </a:r>
            <a:endParaRPr lang="en-US" sz="1050" dirty="0"/>
          </a:p>
        </p:txBody>
      </p:sp>
      <p:sp>
        <p:nvSpPr>
          <p:cNvPr id="6" name="Text 5">
            <a:extLst>
              <a:ext uri="{FF2B5EF4-FFF2-40B4-BE49-F238E27FC236}">
                <a16:creationId xmlns:a16="http://schemas.microsoft.com/office/drawing/2014/main" id="{88A905F0-9510-5694-FF55-7FD062B1EB8F}"/>
              </a:ext>
            </a:extLst>
          </p:cNvPr>
          <p:cNvSpPr txBox="1"/>
          <p:nvPr/>
        </p:nvSpPr>
        <p:spPr>
          <a:xfrm>
            <a:off x="457200" y="3239399"/>
            <a:ext cx="1417320" cy="274320"/>
          </a:xfrm>
          <a:prstGeom prst="rect">
            <a:avLst/>
          </a:prstGeom>
          <a:noFill/>
          <a:ln>
            <a:solidFill>
              <a:srgbClr val="FF0000"/>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00" dirty="0">
                <a:solidFill>
                  <a:srgbClr val="DC2626"/>
                </a:solidFill>
                <a:latin typeface="Courier New" pitchFamily="34" charset="0"/>
                <a:ea typeface="Courier New" pitchFamily="34" charset="-122"/>
                <a:cs typeface="Courier New" pitchFamily="34" charset="-120"/>
              </a:rPr>
              <a:t>xgboost 2.0</a:t>
            </a:r>
            <a:endParaRPr lang="en-US" sz="900" dirty="0"/>
          </a:p>
        </p:txBody>
      </p:sp>
      <p:sp>
        <p:nvSpPr>
          <p:cNvPr id="7" name="Text 7">
            <a:extLst>
              <a:ext uri="{FF2B5EF4-FFF2-40B4-BE49-F238E27FC236}">
                <a16:creationId xmlns:a16="http://schemas.microsoft.com/office/drawing/2014/main" id="{AB19D8E7-6D27-00F3-E4DF-3B1750883A74}"/>
              </a:ext>
            </a:extLst>
          </p:cNvPr>
          <p:cNvSpPr txBox="1"/>
          <p:nvPr/>
        </p:nvSpPr>
        <p:spPr>
          <a:xfrm>
            <a:off x="2057400" y="2965079"/>
            <a:ext cx="1417320" cy="292608"/>
          </a:xfrm>
          <a:prstGeom prst="rect">
            <a:avLst/>
          </a:prstGeom>
          <a:noFill/>
          <a:ln>
            <a:solidFill>
              <a:srgbClr val="FF0000"/>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50" b="1" dirty="0">
                <a:solidFill>
                  <a:srgbClr val="1E293B"/>
                </a:solidFill>
                <a:latin typeface="Arial" pitchFamily="34" charset="0"/>
                <a:ea typeface="Arial" pitchFamily="34" charset="-122"/>
                <a:cs typeface="Arial" pitchFamily="34" charset="-120"/>
              </a:rPr>
              <a:t>Compañero</a:t>
            </a:r>
            <a:endParaRPr lang="en-US" sz="1050" dirty="0"/>
          </a:p>
        </p:txBody>
      </p:sp>
      <p:sp>
        <p:nvSpPr>
          <p:cNvPr id="8" name="Text 8">
            <a:extLst>
              <a:ext uri="{FF2B5EF4-FFF2-40B4-BE49-F238E27FC236}">
                <a16:creationId xmlns:a16="http://schemas.microsoft.com/office/drawing/2014/main" id="{1CAAF5B5-0614-4D7A-6926-0DA4778CE19E}"/>
              </a:ext>
            </a:extLst>
          </p:cNvPr>
          <p:cNvSpPr txBox="1"/>
          <p:nvPr/>
        </p:nvSpPr>
        <p:spPr>
          <a:xfrm>
            <a:off x="2057400" y="3239399"/>
            <a:ext cx="1417320" cy="274320"/>
          </a:xfrm>
          <a:prstGeom prst="rect">
            <a:avLst/>
          </a:prstGeom>
          <a:noFill/>
          <a:ln>
            <a:solidFill>
              <a:srgbClr val="FF0000"/>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00" dirty="0">
                <a:solidFill>
                  <a:srgbClr val="DC2626"/>
                </a:solidFill>
                <a:latin typeface="Courier New" pitchFamily="34" charset="0"/>
                <a:ea typeface="Courier New" pitchFamily="34" charset="-122"/>
                <a:cs typeface="Courier New" pitchFamily="34" charset="-120"/>
              </a:rPr>
              <a:t>xgboost 1.7</a:t>
            </a:r>
            <a:endParaRPr lang="en-US" sz="900" dirty="0"/>
          </a:p>
        </p:txBody>
      </p:sp>
      <p:sp>
        <p:nvSpPr>
          <p:cNvPr id="9" name="Text 10">
            <a:extLst>
              <a:ext uri="{FF2B5EF4-FFF2-40B4-BE49-F238E27FC236}">
                <a16:creationId xmlns:a16="http://schemas.microsoft.com/office/drawing/2014/main" id="{DBF3BD96-1A6C-6BEB-47A6-40893B70BBF9}"/>
              </a:ext>
            </a:extLst>
          </p:cNvPr>
          <p:cNvSpPr txBox="1"/>
          <p:nvPr/>
        </p:nvSpPr>
        <p:spPr>
          <a:xfrm>
            <a:off x="3657600" y="2965079"/>
            <a:ext cx="1417320" cy="292608"/>
          </a:xfrm>
          <a:prstGeom prst="rect">
            <a:avLst/>
          </a:prstGeom>
          <a:noFill/>
          <a:ln>
            <a:solidFill>
              <a:srgbClr val="FF0000"/>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50" b="1" dirty="0">
                <a:solidFill>
                  <a:srgbClr val="1E293B"/>
                </a:solidFill>
                <a:latin typeface="Arial" pitchFamily="34" charset="0"/>
                <a:ea typeface="Arial" pitchFamily="34" charset="-122"/>
                <a:cs typeface="Arial" pitchFamily="34" charset="-120"/>
              </a:rPr>
              <a:t>Cloud Run</a:t>
            </a:r>
            <a:endParaRPr lang="en-US" sz="1050" dirty="0"/>
          </a:p>
        </p:txBody>
      </p:sp>
      <p:sp>
        <p:nvSpPr>
          <p:cNvPr id="10" name="Text 11">
            <a:extLst>
              <a:ext uri="{FF2B5EF4-FFF2-40B4-BE49-F238E27FC236}">
                <a16:creationId xmlns:a16="http://schemas.microsoft.com/office/drawing/2014/main" id="{D74EC230-596C-2734-9D0E-D4B1D53730B8}"/>
              </a:ext>
            </a:extLst>
          </p:cNvPr>
          <p:cNvSpPr txBox="1"/>
          <p:nvPr/>
        </p:nvSpPr>
        <p:spPr>
          <a:xfrm>
            <a:off x="3657600" y="3239399"/>
            <a:ext cx="1417320" cy="274320"/>
          </a:xfrm>
          <a:prstGeom prst="rect">
            <a:avLst/>
          </a:prstGeom>
          <a:noFill/>
          <a:ln>
            <a:solidFill>
              <a:srgbClr val="FF0000"/>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00" dirty="0">
                <a:solidFill>
                  <a:srgbClr val="DC2626"/>
                </a:solidFill>
                <a:latin typeface="Courier New" pitchFamily="34" charset="0"/>
                <a:ea typeface="Courier New" pitchFamily="34" charset="-122"/>
                <a:cs typeface="Courier New" pitchFamily="34" charset="-120"/>
              </a:rPr>
              <a:t>xgboost 2.1</a:t>
            </a:r>
            <a:endParaRPr lang="en-US" sz="900" dirty="0"/>
          </a:p>
        </p:txBody>
      </p:sp>
      <p:sp>
        <p:nvSpPr>
          <p:cNvPr id="11" name="Text 12">
            <a:extLst>
              <a:ext uri="{FF2B5EF4-FFF2-40B4-BE49-F238E27FC236}">
                <a16:creationId xmlns:a16="http://schemas.microsoft.com/office/drawing/2014/main" id="{6224D085-B32E-96AC-3DD2-E84E67EEE0F3}"/>
              </a:ext>
            </a:extLst>
          </p:cNvPr>
          <p:cNvSpPr txBox="1"/>
          <p:nvPr/>
        </p:nvSpPr>
        <p:spPr>
          <a:xfrm>
            <a:off x="457200" y="3815471"/>
            <a:ext cx="4709160" cy="6400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i="1" dirty="0">
                <a:solidFill>
                  <a:srgbClr val="DC2626"/>
                </a:solidFill>
                <a:latin typeface="Arial" pitchFamily="34" charset="0"/>
                <a:ea typeface="Arial" pitchFamily="34" charset="-122"/>
                <a:cs typeface="Arial" pitchFamily="34" charset="-120"/>
              </a:rPr>
              <a:t>Cada entorno instala "la versión que haya disponible" — tres resultados distintos, uno falla.</a:t>
            </a:r>
            <a:endParaRPr lang="en-US" sz="1050" dirty="0"/>
          </a:p>
        </p:txBody>
      </p:sp>
      <p:sp>
        <p:nvSpPr>
          <p:cNvPr id="12" name="Text 13">
            <a:extLst>
              <a:ext uri="{FF2B5EF4-FFF2-40B4-BE49-F238E27FC236}">
                <a16:creationId xmlns:a16="http://schemas.microsoft.com/office/drawing/2014/main" id="{6D769C77-71EA-A45F-08A4-82415D9815D8}"/>
              </a:ext>
            </a:extLst>
          </p:cNvPr>
          <p:cNvSpPr txBox="1"/>
          <p:nvPr/>
        </p:nvSpPr>
        <p:spPr>
          <a:xfrm>
            <a:off x="5760720" y="2443871"/>
            <a:ext cx="5120640" cy="3200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475569"/>
                </a:solidFill>
                <a:latin typeface="Arial" pitchFamily="34" charset="0"/>
                <a:ea typeface="Arial" pitchFamily="34" charset="-122"/>
                <a:cs typeface="Arial" pitchFamily="34" charset="-120"/>
              </a:rPr>
              <a:t>Con Docker</a:t>
            </a:r>
            <a:endParaRPr lang="en-US" sz="1300" dirty="0"/>
          </a:p>
        </p:txBody>
      </p:sp>
      <p:sp>
        <p:nvSpPr>
          <p:cNvPr id="13" name="Text 15">
            <a:extLst>
              <a:ext uri="{FF2B5EF4-FFF2-40B4-BE49-F238E27FC236}">
                <a16:creationId xmlns:a16="http://schemas.microsoft.com/office/drawing/2014/main" id="{B8D11639-34CC-F8CD-9F27-E33833B84EE8}"/>
              </a:ext>
            </a:extLst>
          </p:cNvPr>
          <p:cNvSpPr txBox="1"/>
          <p:nvPr/>
        </p:nvSpPr>
        <p:spPr>
          <a:xfrm>
            <a:off x="5760720" y="2965079"/>
            <a:ext cx="1737360" cy="292608"/>
          </a:xfrm>
          <a:prstGeom prst="rect">
            <a:avLst/>
          </a:prstGeom>
          <a:solidFill>
            <a:schemeClr val="tx1">
              <a:lumMod val="50000"/>
              <a:lumOff val="50000"/>
            </a:schemeClr>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b="1" dirty="0">
                <a:solidFill>
                  <a:srgbClr val="FFFFFF"/>
                </a:solidFill>
                <a:latin typeface="Arial" pitchFamily="34" charset="0"/>
                <a:ea typeface="Arial" pitchFamily="34" charset="-122"/>
                <a:cs typeface="Arial" pitchFamily="34" charset="-120"/>
              </a:rPr>
              <a:t>Imagen Docker</a:t>
            </a:r>
            <a:endParaRPr lang="en-US" sz="1000" dirty="0"/>
          </a:p>
        </p:txBody>
      </p:sp>
      <p:sp>
        <p:nvSpPr>
          <p:cNvPr id="14" name="Text 16">
            <a:extLst>
              <a:ext uri="{FF2B5EF4-FFF2-40B4-BE49-F238E27FC236}">
                <a16:creationId xmlns:a16="http://schemas.microsoft.com/office/drawing/2014/main" id="{0F407035-69DF-FF97-9C00-643DF119344F}"/>
              </a:ext>
            </a:extLst>
          </p:cNvPr>
          <p:cNvSpPr txBox="1"/>
          <p:nvPr/>
        </p:nvSpPr>
        <p:spPr>
          <a:xfrm>
            <a:off x="5760720" y="3239399"/>
            <a:ext cx="1737360" cy="274320"/>
          </a:xfrm>
          <a:prstGeom prst="rect">
            <a:avLst/>
          </a:prstGeom>
          <a:solidFill>
            <a:schemeClr val="tx1">
              <a:lumMod val="50000"/>
              <a:lumOff val="50000"/>
            </a:schemeClr>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50" dirty="0">
                <a:solidFill>
                  <a:srgbClr val="A7F3D0"/>
                </a:solidFill>
                <a:latin typeface="Courier New" pitchFamily="34" charset="0"/>
                <a:ea typeface="Courier New" pitchFamily="34" charset="-122"/>
                <a:cs typeface="Courier New" pitchFamily="34" charset="-120"/>
              </a:rPr>
              <a:t>xgboost==3.4.1</a:t>
            </a:r>
            <a:endParaRPr lang="en-US" sz="850" dirty="0"/>
          </a:p>
        </p:txBody>
      </p:sp>
      <p:sp>
        <p:nvSpPr>
          <p:cNvPr id="15" name="Text 19">
            <a:extLst>
              <a:ext uri="{FF2B5EF4-FFF2-40B4-BE49-F238E27FC236}">
                <a16:creationId xmlns:a16="http://schemas.microsoft.com/office/drawing/2014/main" id="{1FDD617C-2E38-E517-1671-5FD7D4764DF4}"/>
              </a:ext>
            </a:extLst>
          </p:cNvPr>
          <p:cNvSpPr txBox="1"/>
          <p:nvPr/>
        </p:nvSpPr>
        <p:spPr>
          <a:xfrm>
            <a:off x="8028432" y="2965079"/>
            <a:ext cx="1143000" cy="292608"/>
          </a:xfrm>
          <a:prstGeom prst="rect">
            <a:avLst/>
          </a:prstGeom>
          <a:noFill/>
          <a:ln>
            <a:solidFill>
              <a:srgbClr val="00B050"/>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50" b="1" dirty="0">
                <a:solidFill>
                  <a:srgbClr val="1E293B"/>
                </a:solidFill>
                <a:latin typeface="Arial" pitchFamily="34" charset="0"/>
                <a:ea typeface="Arial" pitchFamily="34" charset="-122"/>
                <a:cs typeface="Arial" pitchFamily="34" charset="-120"/>
              </a:rPr>
              <a:t>Tu laptop</a:t>
            </a:r>
            <a:endParaRPr lang="en-US" sz="950" dirty="0"/>
          </a:p>
        </p:txBody>
      </p:sp>
      <p:sp>
        <p:nvSpPr>
          <p:cNvPr id="16" name="Text 20">
            <a:extLst>
              <a:ext uri="{FF2B5EF4-FFF2-40B4-BE49-F238E27FC236}">
                <a16:creationId xmlns:a16="http://schemas.microsoft.com/office/drawing/2014/main" id="{50CDFE67-D87A-C19B-EBCE-36972ACBF305}"/>
              </a:ext>
            </a:extLst>
          </p:cNvPr>
          <p:cNvSpPr txBox="1"/>
          <p:nvPr/>
        </p:nvSpPr>
        <p:spPr>
          <a:xfrm>
            <a:off x="8028432" y="3239399"/>
            <a:ext cx="1143000" cy="274320"/>
          </a:xfrm>
          <a:prstGeom prst="rect">
            <a:avLst/>
          </a:prstGeom>
          <a:noFill/>
          <a:ln>
            <a:solidFill>
              <a:srgbClr val="00B050"/>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00" dirty="0">
                <a:solidFill>
                  <a:srgbClr val="16A34A"/>
                </a:solidFill>
                <a:latin typeface="Courier New" pitchFamily="34" charset="0"/>
                <a:ea typeface="Courier New" pitchFamily="34" charset="-122"/>
                <a:cs typeface="Courier New" pitchFamily="34" charset="-120"/>
              </a:rPr>
              <a:t>3.4.1</a:t>
            </a:r>
            <a:endParaRPr lang="en-US" sz="900" dirty="0"/>
          </a:p>
        </p:txBody>
      </p:sp>
      <p:sp>
        <p:nvSpPr>
          <p:cNvPr id="17" name="Text 22">
            <a:extLst>
              <a:ext uri="{FF2B5EF4-FFF2-40B4-BE49-F238E27FC236}">
                <a16:creationId xmlns:a16="http://schemas.microsoft.com/office/drawing/2014/main" id="{EAB527AA-0E49-A7D5-1939-5E2F8C1534E4}"/>
              </a:ext>
            </a:extLst>
          </p:cNvPr>
          <p:cNvSpPr txBox="1"/>
          <p:nvPr/>
        </p:nvSpPr>
        <p:spPr>
          <a:xfrm>
            <a:off x="9281160" y="2965079"/>
            <a:ext cx="1143000" cy="292608"/>
          </a:xfrm>
          <a:prstGeom prst="rect">
            <a:avLst/>
          </a:prstGeom>
          <a:noFill/>
          <a:ln>
            <a:solidFill>
              <a:srgbClr val="00B050"/>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50" b="1" dirty="0">
                <a:solidFill>
                  <a:srgbClr val="1E293B"/>
                </a:solidFill>
                <a:latin typeface="Arial" pitchFamily="34" charset="0"/>
                <a:ea typeface="Arial" pitchFamily="34" charset="-122"/>
                <a:cs typeface="Arial" pitchFamily="34" charset="-120"/>
              </a:rPr>
              <a:t>Compañero</a:t>
            </a:r>
            <a:endParaRPr lang="en-US" sz="950" dirty="0"/>
          </a:p>
        </p:txBody>
      </p:sp>
      <p:sp>
        <p:nvSpPr>
          <p:cNvPr id="18" name="Text 23">
            <a:extLst>
              <a:ext uri="{FF2B5EF4-FFF2-40B4-BE49-F238E27FC236}">
                <a16:creationId xmlns:a16="http://schemas.microsoft.com/office/drawing/2014/main" id="{BC61FEB5-0848-C0A9-0E18-2624E3C77DC2}"/>
              </a:ext>
            </a:extLst>
          </p:cNvPr>
          <p:cNvSpPr txBox="1"/>
          <p:nvPr/>
        </p:nvSpPr>
        <p:spPr>
          <a:xfrm>
            <a:off x="9281160" y="3239399"/>
            <a:ext cx="1143000" cy="274320"/>
          </a:xfrm>
          <a:prstGeom prst="rect">
            <a:avLst/>
          </a:prstGeom>
          <a:noFill/>
          <a:ln>
            <a:solidFill>
              <a:srgbClr val="00B050"/>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00" dirty="0">
                <a:solidFill>
                  <a:srgbClr val="16A34A"/>
                </a:solidFill>
                <a:latin typeface="Courier New" pitchFamily="34" charset="0"/>
                <a:ea typeface="Courier New" pitchFamily="34" charset="-122"/>
                <a:cs typeface="Courier New" pitchFamily="34" charset="-120"/>
              </a:rPr>
              <a:t>3.4.1</a:t>
            </a:r>
            <a:endParaRPr lang="en-US" sz="900" dirty="0"/>
          </a:p>
        </p:txBody>
      </p:sp>
      <p:sp>
        <p:nvSpPr>
          <p:cNvPr id="19" name="Text 25">
            <a:extLst>
              <a:ext uri="{FF2B5EF4-FFF2-40B4-BE49-F238E27FC236}">
                <a16:creationId xmlns:a16="http://schemas.microsoft.com/office/drawing/2014/main" id="{34547552-D775-E7B4-E324-F97ACBBF8537}"/>
              </a:ext>
            </a:extLst>
          </p:cNvPr>
          <p:cNvSpPr txBox="1"/>
          <p:nvPr/>
        </p:nvSpPr>
        <p:spPr>
          <a:xfrm>
            <a:off x="10533888" y="2965079"/>
            <a:ext cx="1143000" cy="292608"/>
          </a:xfrm>
          <a:prstGeom prst="rect">
            <a:avLst/>
          </a:prstGeom>
          <a:noFill/>
          <a:ln>
            <a:solidFill>
              <a:srgbClr val="00B050"/>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50" b="1" dirty="0">
                <a:solidFill>
                  <a:srgbClr val="1E293B"/>
                </a:solidFill>
                <a:latin typeface="Arial" pitchFamily="34" charset="0"/>
                <a:ea typeface="Arial" pitchFamily="34" charset="-122"/>
                <a:cs typeface="Arial" pitchFamily="34" charset="-120"/>
              </a:rPr>
              <a:t>Cloud Run</a:t>
            </a:r>
            <a:endParaRPr lang="en-US" sz="950" dirty="0"/>
          </a:p>
        </p:txBody>
      </p:sp>
      <p:sp>
        <p:nvSpPr>
          <p:cNvPr id="20" name="Text 26">
            <a:extLst>
              <a:ext uri="{FF2B5EF4-FFF2-40B4-BE49-F238E27FC236}">
                <a16:creationId xmlns:a16="http://schemas.microsoft.com/office/drawing/2014/main" id="{EAB68AB6-A5F5-1D5C-321A-BF48F3B3B2C8}"/>
              </a:ext>
            </a:extLst>
          </p:cNvPr>
          <p:cNvSpPr txBox="1"/>
          <p:nvPr/>
        </p:nvSpPr>
        <p:spPr>
          <a:xfrm>
            <a:off x="10533888" y="3239399"/>
            <a:ext cx="1143000" cy="274320"/>
          </a:xfrm>
          <a:prstGeom prst="rect">
            <a:avLst/>
          </a:prstGeom>
          <a:noFill/>
          <a:ln>
            <a:solidFill>
              <a:srgbClr val="00B050"/>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00" dirty="0">
                <a:solidFill>
                  <a:srgbClr val="16A34A"/>
                </a:solidFill>
                <a:latin typeface="Courier New" pitchFamily="34" charset="0"/>
                <a:ea typeface="Courier New" pitchFamily="34" charset="-122"/>
                <a:cs typeface="Courier New" pitchFamily="34" charset="-120"/>
              </a:rPr>
              <a:t>3.4.1</a:t>
            </a:r>
            <a:endParaRPr lang="en-US" sz="900" dirty="0"/>
          </a:p>
        </p:txBody>
      </p:sp>
      <p:sp>
        <p:nvSpPr>
          <p:cNvPr id="21" name="Text 27">
            <a:extLst>
              <a:ext uri="{FF2B5EF4-FFF2-40B4-BE49-F238E27FC236}">
                <a16:creationId xmlns:a16="http://schemas.microsoft.com/office/drawing/2014/main" id="{72506170-B3AD-C9BF-4D6A-236A2D2A0848}"/>
              </a:ext>
            </a:extLst>
          </p:cNvPr>
          <p:cNvSpPr txBox="1"/>
          <p:nvPr/>
        </p:nvSpPr>
        <p:spPr>
          <a:xfrm>
            <a:off x="5760720" y="3815471"/>
            <a:ext cx="6007608" cy="6400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i="1" dirty="0">
                <a:solidFill>
                  <a:srgbClr val="16A34A"/>
                </a:solidFill>
                <a:latin typeface="Arial" pitchFamily="34" charset="0"/>
                <a:ea typeface="Arial" pitchFamily="34" charset="-122"/>
                <a:cs typeface="Arial" pitchFamily="34" charset="-120"/>
              </a:rPr>
              <a:t>La imagen ya trae la versión fijada — se copia idéntica a cualquier entorno.</a:t>
            </a:r>
            <a:endParaRPr lang="en-US" sz="1050" dirty="0"/>
          </a:p>
        </p:txBody>
      </p:sp>
      <p:sp>
        <p:nvSpPr>
          <p:cNvPr id="22" name="Text 29">
            <a:extLst>
              <a:ext uri="{FF2B5EF4-FFF2-40B4-BE49-F238E27FC236}">
                <a16:creationId xmlns:a16="http://schemas.microsoft.com/office/drawing/2014/main" id="{D3A7F2F0-DADA-2434-DBED-AC0FCAFB8564}"/>
              </a:ext>
            </a:extLst>
          </p:cNvPr>
          <p:cNvSpPr txBox="1"/>
          <p:nvPr/>
        </p:nvSpPr>
        <p:spPr>
          <a:xfrm>
            <a:off x="822960" y="4638431"/>
            <a:ext cx="10241280" cy="777240"/>
          </a:xfrm>
          <a:prstGeom prst="rect">
            <a:avLst/>
          </a:prstGeom>
          <a:solidFill>
            <a:srgbClr val="419EF0">
              <a:alpha val="54000"/>
            </a:srgbClr>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dirty="0">
                <a:solidFill>
                  <a:srgbClr val="3730A3"/>
                </a:solidFill>
                <a:latin typeface="Arial" pitchFamily="34" charset="0"/>
                <a:ea typeface="Arial" pitchFamily="34" charset="-122"/>
                <a:cs typeface="Arial" pitchFamily="34" charset="-120"/>
              </a:rPr>
              <a:t>Docker no es una buena práctica opcional aquí — es la única forma de fijar la versión exacta que la plataforma gestionada todavía no ofrece.</a:t>
            </a:r>
            <a:endParaRPr lang="en-US" sz="1400" dirty="0"/>
          </a:p>
        </p:txBody>
      </p:sp>
      <p:sp>
        <p:nvSpPr>
          <p:cNvPr id="23" name="Text 30">
            <a:extLst>
              <a:ext uri="{FF2B5EF4-FFF2-40B4-BE49-F238E27FC236}">
                <a16:creationId xmlns:a16="http://schemas.microsoft.com/office/drawing/2014/main" id="{147D7A91-4CCA-4217-AE3D-93CCC9C5CBDD}"/>
              </a:ext>
            </a:extLst>
          </p:cNvPr>
          <p:cNvSpPr txBox="1"/>
          <p:nvPr/>
        </p:nvSpPr>
        <p:spPr>
          <a:xfrm>
            <a:off x="548640" y="5735711"/>
            <a:ext cx="1078992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50" i="1" dirty="0">
                <a:solidFill>
                  <a:srgbClr val="475569"/>
                </a:solidFill>
                <a:latin typeface="Arial" pitchFamily="34" charset="0"/>
                <a:ea typeface="Arial" pitchFamily="34" charset="-122"/>
                <a:cs typeface="Arial" pitchFamily="34" charset="-120"/>
              </a:rPr>
              <a:t>Con esto, garantía 3 resuelta. Quedan la 4 (dónde vive el servicio) y la 5 (cómo sabemos que quedó registrado).</a:t>
            </a:r>
            <a:endParaRPr lang="en-US" sz="1250" dirty="0"/>
          </a:p>
        </p:txBody>
      </p:sp>
      <p:sp>
        <p:nvSpPr>
          <p:cNvPr id="25" name="Google Shape;16;p6">
            <a:extLst>
              <a:ext uri="{FF2B5EF4-FFF2-40B4-BE49-F238E27FC236}">
                <a16:creationId xmlns:a16="http://schemas.microsoft.com/office/drawing/2014/main" id="{EF4381AC-A1A0-5635-1439-9B8189A03CC2}"/>
              </a:ext>
            </a:extLst>
          </p:cNvPr>
          <p:cNvSpPr/>
          <p:nvPr/>
        </p:nvSpPr>
        <p:spPr>
          <a:xfrm>
            <a:off x="-9769" y="0"/>
            <a:ext cx="12188952" cy="932688"/>
          </a:xfrm>
          <a:prstGeom prst="rect">
            <a:avLst/>
          </a:prstGeom>
          <a:solidFill>
            <a:srgbClr val="5454E8"/>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pic>
        <p:nvPicPr>
          <p:cNvPr id="27" name="Google Shape;17;p6" descr="A logo with white text&#10;&#10;AI-generated content may be incorrect.">
            <a:extLst>
              <a:ext uri="{FF2B5EF4-FFF2-40B4-BE49-F238E27FC236}">
                <a16:creationId xmlns:a16="http://schemas.microsoft.com/office/drawing/2014/main" id="{2DEF62A1-2194-C830-3619-E2BDC23DF3B5}"/>
              </a:ext>
            </a:extLst>
          </p:cNvPr>
          <p:cNvPicPr preferRelativeResize="0"/>
          <p:nvPr/>
        </p:nvPicPr>
        <p:blipFill rotWithShape="1">
          <a:blip r:embed="rId2">
            <a:alphaModFix/>
          </a:blip>
          <a:srcRect/>
          <a:stretch/>
        </p:blipFill>
        <p:spPr>
          <a:xfrm>
            <a:off x="421249" y="147320"/>
            <a:ext cx="1691640" cy="708128"/>
          </a:xfrm>
          <a:prstGeom prst="rect">
            <a:avLst/>
          </a:prstGeom>
          <a:noFill/>
          <a:ln>
            <a:noFill/>
          </a:ln>
        </p:spPr>
      </p:pic>
      <p:sp>
        <p:nvSpPr>
          <p:cNvPr id="29" name="Google Shape;18;p6">
            <a:extLst>
              <a:ext uri="{FF2B5EF4-FFF2-40B4-BE49-F238E27FC236}">
                <a16:creationId xmlns:a16="http://schemas.microsoft.com/office/drawing/2014/main" id="{55CDAB63-316E-49A7-6656-2A24483D1638}"/>
              </a:ext>
            </a:extLst>
          </p:cNvPr>
          <p:cNvSpPr/>
          <p:nvPr/>
        </p:nvSpPr>
        <p:spPr>
          <a:xfrm>
            <a:off x="5760720" y="932688"/>
            <a:ext cx="6428232" cy="658368"/>
          </a:xfrm>
          <a:prstGeom prst="rect">
            <a:avLst/>
          </a:prstGeom>
          <a:solidFill>
            <a:srgbClr val="4CB87A"/>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 name="Text 0">
            <a:extLst>
              <a:ext uri="{FF2B5EF4-FFF2-40B4-BE49-F238E27FC236}">
                <a16:creationId xmlns:a16="http://schemas.microsoft.com/office/drawing/2014/main" id="{6F67AF93-EE26-672B-8969-AF2CEA8E7B64}"/>
              </a:ext>
            </a:extLst>
          </p:cNvPr>
          <p:cNvSpPr txBox="1"/>
          <p:nvPr/>
        </p:nvSpPr>
        <p:spPr>
          <a:xfrm>
            <a:off x="6087794" y="1082040"/>
            <a:ext cx="10972800" cy="36576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kern="0" spc="200" dirty="0">
                <a:solidFill>
                  <a:srgbClr val="5454E9"/>
                </a:solidFill>
                <a:latin typeface="Arial" pitchFamily="34" charset="0"/>
                <a:ea typeface="Arial" pitchFamily="34" charset="-122"/>
                <a:cs typeface="Arial" pitchFamily="34" charset="-120"/>
              </a:rPr>
              <a:t>GARANTÍA 3 — MISMO ENTORNO QUE ENTRENÓ EL MODELO</a:t>
            </a:r>
            <a:endParaRPr lang="en-US" sz="1200" dirty="0"/>
          </a:p>
        </p:txBody>
      </p:sp>
    </p:spTree>
    <p:extLst>
      <p:ext uri="{BB962C8B-B14F-4D97-AF65-F5344CB8AC3E}">
        <p14:creationId xmlns:p14="http://schemas.microsoft.com/office/powerpoint/2010/main" val="30736449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
    <p:bg>
      <p:bgPr>
        <a:solidFill>
          <a:srgbClr val="F8FAFC"/>
        </a:solidFill>
        <a:effectLst/>
      </p:bgPr>
    </p:bg>
    <p:spTree>
      <p:nvGrpSpPr>
        <p:cNvPr id="1" name=""/>
        <p:cNvGrpSpPr/>
        <p:nvPr/>
      </p:nvGrpSpPr>
      <p:grpSpPr>
        <a:xfrm>
          <a:off x="0" y="0"/>
          <a:ext cx="0" cy="0"/>
          <a:chOff x="0" y="0"/>
          <a:chExt cx="0" cy="0"/>
        </a:xfrm>
      </p:grpSpPr>
      <p:sp>
        <p:nvSpPr>
          <p:cNvPr id="3" name="Text 1"/>
          <p:cNvSpPr txBox="1"/>
          <p:nvPr/>
        </p:nvSpPr>
        <p:spPr>
          <a:xfrm>
            <a:off x="411871" y="902599"/>
            <a:ext cx="11064240" cy="731520"/>
          </a:xfrm>
          <a:prstGeom prst="rect">
            <a:avLst/>
          </a:prstGeom>
          <a:noFill/>
          <a:ln/>
        </p:spPr>
        <p:txBody>
          <a:bodyPr wrap="square" rtlCol="0" anchor="ctr"/>
          <a:lstStyle/>
          <a:p>
            <a:pPr marL="0" indent="0">
              <a:buNone/>
            </a:pPr>
            <a:r>
              <a:rPr lang="en-US" sz="2600" b="1" dirty="0">
                <a:solidFill>
                  <a:srgbClr val="1E293B"/>
                </a:solidFill>
                <a:latin typeface="Arial" pitchFamily="34" charset="0"/>
                <a:ea typeface="Arial" pitchFamily="34" charset="-122"/>
                <a:cs typeface="Arial" pitchFamily="34" charset="-120"/>
              </a:rPr>
              <a:t>¿Dónde vive el contenedor?</a:t>
            </a:r>
            <a:endParaRPr lang="en-US" sz="2600" dirty="0"/>
          </a:p>
        </p:txBody>
      </p:sp>
      <p:sp>
        <p:nvSpPr>
          <p:cNvPr id="4" name="Text 2"/>
          <p:cNvSpPr txBox="1"/>
          <p:nvPr/>
        </p:nvSpPr>
        <p:spPr>
          <a:xfrm rot="16200000">
            <a:off x="-731129" y="2350868"/>
            <a:ext cx="2367280" cy="404368"/>
          </a:xfrm>
          <a:prstGeom prst="rect">
            <a:avLst/>
          </a:prstGeom>
          <a:noFill/>
          <a:ln/>
        </p:spPr>
        <p:txBody>
          <a:bodyPr wrap="square" rtlCol="0" anchor="ctr"/>
          <a:lstStyle/>
          <a:p>
            <a:pPr marL="0" indent="0">
              <a:buNone/>
            </a:pPr>
            <a:r>
              <a:rPr lang="en-US" sz="1200" b="1" dirty="0">
                <a:solidFill>
                  <a:srgbClr val="475569"/>
                </a:solidFill>
                <a:latin typeface="Arial" pitchFamily="34" charset="0"/>
                <a:ea typeface="Arial" pitchFamily="34" charset="-122"/>
                <a:cs typeface="Arial" pitchFamily="34" charset="-120"/>
              </a:rPr>
              <a:t>Peticiones a la API por hora</a:t>
            </a:r>
            <a:endParaRPr lang="en-US" sz="1200" dirty="0"/>
          </a:p>
        </p:txBody>
      </p:sp>
      <p:sp>
        <p:nvSpPr>
          <p:cNvPr id="5" name="Text 3"/>
          <p:cNvSpPr txBox="1"/>
          <p:nvPr/>
        </p:nvSpPr>
        <p:spPr>
          <a:xfrm>
            <a:off x="518551" y="2420972"/>
            <a:ext cx="274320" cy="182880"/>
          </a:xfrm>
          <a:prstGeom prst="rect">
            <a:avLst/>
          </a:prstGeom>
          <a:noFill/>
          <a:ln/>
        </p:spPr>
        <p:txBody>
          <a:bodyPr wrap="square" rtlCol="0" anchor="ctr"/>
          <a:lstStyle/>
          <a:p>
            <a:pPr marL="0" indent="0" algn="r">
              <a:buNone/>
            </a:pPr>
            <a:r>
              <a:rPr lang="en-US" sz="800" dirty="0">
                <a:solidFill>
                  <a:srgbClr val="94A3B8"/>
                </a:solidFill>
                <a:latin typeface="Arial" pitchFamily="34" charset="0"/>
                <a:ea typeface="Arial" pitchFamily="34" charset="-122"/>
                <a:cs typeface="Arial" pitchFamily="34" charset="-120"/>
              </a:rPr>
              <a:t>5</a:t>
            </a:r>
            <a:endParaRPr lang="en-US" sz="800" dirty="0"/>
          </a:p>
        </p:txBody>
      </p:sp>
      <p:sp>
        <p:nvSpPr>
          <p:cNvPr id="6" name="Text 4"/>
          <p:cNvSpPr txBox="1"/>
          <p:nvPr/>
        </p:nvSpPr>
        <p:spPr>
          <a:xfrm>
            <a:off x="518551" y="2585564"/>
            <a:ext cx="274320" cy="182880"/>
          </a:xfrm>
          <a:prstGeom prst="rect">
            <a:avLst/>
          </a:prstGeom>
          <a:noFill/>
          <a:ln/>
        </p:spPr>
        <p:txBody>
          <a:bodyPr wrap="square" rtlCol="0" anchor="ctr"/>
          <a:lstStyle/>
          <a:p>
            <a:pPr marL="0" indent="0" algn="r">
              <a:buNone/>
            </a:pPr>
            <a:r>
              <a:rPr lang="en-US" sz="800" dirty="0">
                <a:solidFill>
                  <a:srgbClr val="94A3B8"/>
                </a:solidFill>
                <a:latin typeface="Arial" pitchFamily="34" charset="0"/>
                <a:ea typeface="Arial" pitchFamily="34" charset="-122"/>
                <a:cs typeface="Arial" pitchFamily="34" charset="-120"/>
              </a:rPr>
              <a:t>4</a:t>
            </a:r>
            <a:endParaRPr lang="en-US" sz="800" dirty="0"/>
          </a:p>
        </p:txBody>
      </p:sp>
      <p:sp>
        <p:nvSpPr>
          <p:cNvPr id="7" name="Text 5"/>
          <p:cNvSpPr txBox="1"/>
          <p:nvPr/>
        </p:nvSpPr>
        <p:spPr>
          <a:xfrm>
            <a:off x="518551" y="2750156"/>
            <a:ext cx="274320" cy="182880"/>
          </a:xfrm>
          <a:prstGeom prst="rect">
            <a:avLst/>
          </a:prstGeom>
          <a:noFill/>
          <a:ln/>
        </p:spPr>
        <p:txBody>
          <a:bodyPr wrap="square" rtlCol="0" anchor="ctr"/>
          <a:lstStyle/>
          <a:p>
            <a:pPr marL="0" indent="0" algn="r">
              <a:buNone/>
            </a:pPr>
            <a:r>
              <a:rPr lang="en-US" sz="800" dirty="0">
                <a:solidFill>
                  <a:srgbClr val="94A3B8"/>
                </a:solidFill>
                <a:latin typeface="Arial" pitchFamily="34" charset="0"/>
                <a:ea typeface="Arial" pitchFamily="34" charset="-122"/>
                <a:cs typeface="Arial" pitchFamily="34" charset="-120"/>
              </a:rPr>
              <a:t>3</a:t>
            </a:r>
            <a:endParaRPr lang="en-US" sz="800" dirty="0"/>
          </a:p>
        </p:txBody>
      </p:sp>
      <p:sp>
        <p:nvSpPr>
          <p:cNvPr id="8" name="Text 6"/>
          <p:cNvSpPr txBox="1"/>
          <p:nvPr/>
        </p:nvSpPr>
        <p:spPr>
          <a:xfrm>
            <a:off x="518551" y="2914748"/>
            <a:ext cx="274320" cy="182880"/>
          </a:xfrm>
          <a:prstGeom prst="rect">
            <a:avLst/>
          </a:prstGeom>
          <a:noFill/>
          <a:ln/>
        </p:spPr>
        <p:txBody>
          <a:bodyPr wrap="square" rtlCol="0" anchor="ctr"/>
          <a:lstStyle/>
          <a:p>
            <a:pPr marL="0" indent="0" algn="r">
              <a:buNone/>
            </a:pPr>
            <a:r>
              <a:rPr lang="en-US" sz="800" dirty="0">
                <a:solidFill>
                  <a:srgbClr val="94A3B8"/>
                </a:solidFill>
                <a:latin typeface="Arial" pitchFamily="34" charset="0"/>
                <a:ea typeface="Arial" pitchFamily="34" charset="-122"/>
                <a:cs typeface="Arial" pitchFamily="34" charset="-120"/>
              </a:rPr>
              <a:t>2</a:t>
            </a:r>
            <a:endParaRPr lang="en-US" sz="800" dirty="0"/>
          </a:p>
        </p:txBody>
      </p:sp>
      <p:sp>
        <p:nvSpPr>
          <p:cNvPr id="9" name="Text 7"/>
          <p:cNvSpPr txBox="1"/>
          <p:nvPr/>
        </p:nvSpPr>
        <p:spPr>
          <a:xfrm>
            <a:off x="518551" y="3079340"/>
            <a:ext cx="274320" cy="182880"/>
          </a:xfrm>
          <a:prstGeom prst="rect">
            <a:avLst/>
          </a:prstGeom>
          <a:noFill/>
          <a:ln/>
        </p:spPr>
        <p:txBody>
          <a:bodyPr wrap="square" rtlCol="0" anchor="ctr"/>
          <a:lstStyle/>
          <a:p>
            <a:pPr marL="0" indent="0" algn="r">
              <a:buNone/>
            </a:pPr>
            <a:r>
              <a:rPr lang="en-US" sz="800" dirty="0">
                <a:solidFill>
                  <a:srgbClr val="94A3B8"/>
                </a:solidFill>
                <a:latin typeface="Arial" pitchFamily="34" charset="0"/>
                <a:ea typeface="Arial" pitchFamily="34" charset="-122"/>
                <a:cs typeface="Arial" pitchFamily="34" charset="-120"/>
              </a:rPr>
              <a:t>1</a:t>
            </a:r>
            <a:endParaRPr lang="en-US" sz="800" dirty="0"/>
          </a:p>
        </p:txBody>
      </p:sp>
      <p:sp>
        <p:nvSpPr>
          <p:cNvPr id="10" name="Text 8"/>
          <p:cNvSpPr txBox="1"/>
          <p:nvPr/>
        </p:nvSpPr>
        <p:spPr>
          <a:xfrm>
            <a:off x="518551" y="3243932"/>
            <a:ext cx="274320" cy="182880"/>
          </a:xfrm>
          <a:prstGeom prst="rect">
            <a:avLst/>
          </a:prstGeom>
          <a:noFill/>
          <a:ln/>
        </p:spPr>
        <p:txBody>
          <a:bodyPr wrap="square" rtlCol="0" anchor="ctr"/>
          <a:lstStyle/>
          <a:p>
            <a:pPr marL="0" indent="0" algn="r">
              <a:buNone/>
            </a:pPr>
            <a:r>
              <a:rPr lang="en-US" sz="800" dirty="0">
                <a:solidFill>
                  <a:srgbClr val="94A3B8"/>
                </a:solidFill>
                <a:latin typeface="Arial" pitchFamily="34" charset="0"/>
                <a:ea typeface="Arial" pitchFamily="34" charset="-122"/>
                <a:cs typeface="Arial" pitchFamily="34" charset="-120"/>
              </a:rPr>
              <a:t>0</a:t>
            </a:r>
            <a:endParaRPr lang="en-US" sz="800" dirty="0"/>
          </a:p>
        </p:txBody>
      </p:sp>
      <p:sp>
        <p:nvSpPr>
          <p:cNvPr id="11" name="Shape 9"/>
          <p:cNvSpPr/>
          <p:nvPr/>
        </p:nvSpPr>
        <p:spPr>
          <a:xfrm>
            <a:off x="838591" y="2503268"/>
            <a:ext cx="0" cy="932688"/>
          </a:xfrm>
          <a:prstGeom prst="line">
            <a:avLst/>
          </a:prstGeom>
          <a:noFill/>
          <a:ln w="12700">
            <a:solidFill>
              <a:srgbClr val="CBD5E1"/>
            </a:solidFill>
            <a:prstDash val="solid"/>
          </a:ln>
        </p:spPr>
      </p:sp>
      <p:sp>
        <p:nvSpPr>
          <p:cNvPr id="12" name="Shape 10"/>
          <p:cNvSpPr/>
          <p:nvPr/>
        </p:nvSpPr>
        <p:spPr>
          <a:xfrm>
            <a:off x="1256602" y="3216500"/>
            <a:ext cx="744583" cy="109728"/>
          </a:xfrm>
          <a:prstGeom prst="roundRect">
            <a:avLst>
              <a:gd name="adj" fmla="val 16667"/>
            </a:avLst>
          </a:prstGeom>
          <a:solidFill>
            <a:srgbClr val="CBD5E1"/>
          </a:solidFill>
          <a:ln w="12700">
            <a:solidFill>
              <a:srgbClr val="333333"/>
            </a:solidFill>
            <a:prstDash val="solid"/>
          </a:ln>
        </p:spPr>
      </p:sp>
      <p:sp>
        <p:nvSpPr>
          <p:cNvPr id="13" name="Text 11"/>
          <p:cNvSpPr txBox="1"/>
          <p:nvPr/>
        </p:nvSpPr>
        <p:spPr>
          <a:xfrm>
            <a:off x="884311" y="3399380"/>
            <a:ext cx="1489166" cy="22860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00h</a:t>
            </a:r>
            <a:endParaRPr lang="en-US" sz="900" dirty="0"/>
          </a:p>
        </p:txBody>
      </p:sp>
      <p:sp>
        <p:nvSpPr>
          <p:cNvPr id="14" name="Shape 12"/>
          <p:cNvSpPr/>
          <p:nvPr/>
        </p:nvSpPr>
        <p:spPr>
          <a:xfrm>
            <a:off x="2745768" y="3216500"/>
            <a:ext cx="744583" cy="109728"/>
          </a:xfrm>
          <a:prstGeom prst="roundRect">
            <a:avLst>
              <a:gd name="adj" fmla="val 16667"/>
            </a:avLst>
          </a:prstGeom>
          <a:solidFill>
            <a:srgbClr val="CBD5E1"/>
          </a:solidFill>
          <a:ln w="12700">
            <a:solidFill>
              <a:srgbClr val="333333"/>
            </a:solidFill>
            <a:prstDash val="solid"/>
          </a:ln>
        </p:spPr>
      </p:sp>
      <p:sp>
        <p:nvSpPr>
          <p:cNvPr id="15" name="Text 13"/>
          <p:cNvSpPr txBox="1"/>
          <p:nvPr/>
        </p:nvSpPr>
        <p:spPr>
          <a:xfrm>
            <a:off x="2373477" y="3399380"/>
            <a:ext cx="1489166" cy="22860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04h</a:t>
            </a:r>
            <a:endParaRPr lang="en-US" sz="900" dirty="0"/>
          </a:p>
        </p:txBody>
      </p:sp>
      <p:sp>
        <p:nvSpPr>
          <p:cNvPr id="16" name="Shape 14"/>
          <p:cNvSpPr/>
          <p:nvPr/>
        </p:nvSpPr>
        <p:spPr>
          <a:xfrm>
            <a:off x="4234934" y="2887316"/>
            <a:ext cx="744583" cy="438912"/>
          </a:xfrm>
          <a:prstGeom prst="roundRect">
            <a:avLst>
              <a:gd name="adj" fmla="val 4167"/>
            </a:avLst>
          </a:prstGeom>
          <a:solidFill>
            <a:srgbClr val="5454E9"/>
          </a:solidFill>
          <a:ln w="12700">
            <a:solidFill>
              <a:srgbClr val="333333"/>
            </a:solidFill>
            <a:prstDash val="solid"/>
          </a:ln>
        </p:spPr>
      </p:sp>
      <p:sp>
        <p:nvSpPr>
          <p:cNvPr id="17" name="Text 15"/>
          <p:cNvSpPr txBox="1"/>
          <p:nvPr/>
        </p:nvSpPr>
        <p:spPr>
          <a:xfrm>
            <a:off x="3862642" y="3399380"/>
            <a:ext cx="1489166" cy="22860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08h</a:t>
            </a:r>
            <a:endParaRPr lang="en-US" sz="900" dirty="0"/>
          </a:p>
        </p:txBody>
      </p:sp>
      <p:sp>
        <p:nvSpPr>
          <p:cNvPr id="18" name="Shape 16"/>
          <p:cNvSpPr/>
          <p:nvPr/>
        </p:nvSpPr>
        <p:spPr>
          <a:xfrm>
            <a:off x="5724100" y="2393540"/>
            <a:ext cx="744583" cy="932688"/>
          </a:xfrm>
          <a:prstGeom prst="roundRect">
            <a:avLst>
              <a:gd name="adj" fmla="val 2456"/>
            </a:avLst>
          </a:prstGeom>
          <a:solidFill>
            <a:srgbClr val="5454E9"/>
          </a:solidFill>
          <a:ln w="12700">
            <a:solidFill>
              <a:srgbClr val="333333"/>
            </a:solidFill>
            <a:prstDash val="solid"/>
          </a:ln>
        </p:spPr>
      </p:sp>
      <p:sp>
        <p:nvSpPr>
          <p:cNvPr id="19" name="Text 17"/>
          <p:cNvSpPr txBox="1"/>
          <p:nvPr/>
        </p:nvSpPr>
        <p:spPr>
          <a:xfrm>
            <a:off x="5351808" y="3399380"/>
            <a:ext cx="1489166" cy="22860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12h</a:t>
            </a:r>
            <a:endParaRPr lang="en-US" sz="900" dirty="0"/>
          </a:p>
        </p:txBody>
      </p:sp>
      <p:sp>
        <p:nvSpPr>
          <p:cNvPr id="20" name="Shape 18"/>
          <p:cNvSpPr/>
          <p:nvPr/>
        </p:nvSpPr>
        <p:spPr>
          <a:xfrm>
            <a:off x="7213265" y="2558132"/>
            <a:ext cx="744583" cy="768096"/>
          </a:xfrm>
          <a:prstGeom prst="roundRect">
            <a:avLst>
              <a:gd name="adj" fmla="val 2456"/>
            </a:avLst>
          </a:prstGeom>
          <a:solidFill>
            <a:srgbClr val="5454E9"/>
          </a:solidFill>
          <a:ln w="12700">
            <a:solidFill>
              <a:srgbClr val="333333"/>
            </a:solidFill>
            <a:prstDash val="solid"/>
          </a:ln>
        </p:spPr>
      </p:sp>
      <p:sp>
        <p:nvSpPr>
          <p:cNvPr id="21" name="Text 19"/>
          <p:cNvSpPr txBox="1"/>
          <p:nvPr/>
        </p:nvSpPr>
        <p:spPr>
          <a:xfrm>
            <a:off x="6840974" y="3399380"/>
            <a:ext cx="1489166" cy="22860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16h</a:t>
            </a:r>
            <a:endParaRPr lang="en-US" sz="900" dirty="0"/>
          </a:p>
        </p:txBody>
      </p:sp>
      <p:sp>
        <p:nvSpPr>
          <p:cNvPr id="22" name="Shape 20"/>
          <p:cNvSpPr/>
          <p:nvPr/>
        </p:nvSpPr>
        <p:spPr>
          <a:xfrm>
            <a:off x="8702431" y="2722724"/>
            <a:ext cx="744583" cy="603504"/>
          </a:xfrm>
          <a:prstGeom prst="roundRect">
            <a:avLst>
              <a:gd name="adj" fmla="val 3030"/>
            </a:avLst>
          </a:prstGeom>
          <a:solidFill>
            <a:srgbClr val="5454E9"/>
          </a:solidFill>
          <a:ln w="12700">
            <a:solidFill>
              <a:srgbClr val="333333"/>
            </a:solidFill>
            <a:prstDash val="solid"/>
          </a:ln>
        </p:spPr>
      </p:sp>
      <p:sp>
        <p:nvSpPr>
          <p:cNvPr id="23" name="Text 21"/>
          <p:cNvSpPr txBox="1"/>
          <p:nvPr/>
        </p:nvSpPr>
        <p:spPr>
          <a:xfrm>
            <a:off x="8330140" y="3399380"/>
            <a:ext cx="1489166" cy="22860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20h</a:t>
            </a:r>
            <a:endParaRPr lang="en-US" sz="900" dirty="0"/>
          </a:p>
        </p:txBody>
      </p:sp>
      <p:sp>
        <p:nvSpPr>
          <p:cNvPr id="24" name="Shape 22"/>
          <p:cNvSpPr/>
          <p:nvPr/>
        </p:nvSpPr>
        <p:spPr>
          <a:xfrm>
            <a:off x="10191597" y="3216500"/>
            <a:ext cx="744583" cy="109728"/>
          </a:xfrm>
          <a:prstGeom prst="roundRect">
            <a:avLst>
              <a:gd name="adj" fmla="val 16667"/>
            </a:avLst>
          </a:prstGeom>
          <a:solidFill>
            <a:srgbClr val="CBD5E1"/>
          </a:solidFill>
          <a:ln w="12700">
            <a:solidFill>
              <a:srgbClr val="333333"/>
            </a:solidFill>
            <a:prstDash val="solid"/>
          </a:ln>
        </p:spPr>
      </p:sp>
      <p:sp>
        <p:nvSpPr>
          <p:cNvPr id="25" name="Text 23"/>
          <p:cNvSpPr txBox="1"/>
          <p:nvPr/>
        </p:nvSpPr>
        <p:spPr>
          <a:xfrm>
            <a:off x="9819305" y="3399380"/>
            <a:ext cx="1489166" cy="22860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24h</a:t>
            </a:r>
            <a:endParaRPr lang="en-US" sz="900" dirty="0"/>
          </a:p>
        </p:txBody>
      </p:sp>
      <p:sp>
        <p:nvSpPr>
          <p:cNvPr id="26" name="Text 24"/>
          <p:cNvSpPr txBox="1"/>
          <p:nvPr/>
        </p:nvSpPr>
        <p:spPr>
          <a:xfrm>
            <a:off x="884311" y="3783428"/>
            <a:ext cx="2743200" cy="274320"/>
          </a:xfrm>
          <a:prstGeom prst="rect">
            <a:avLst/>
          </a:prstGeom>
          <a:noFill/>
          <a:ln/>
        </p:spPr>
        <p:txBody>
          <a:bodyPr wrap="square" rtlCol="0" anchor="ctr"/>
          <a:lstStyle/>
          <a:p>
            <a:pPr marL="0" indent="0">
              <a:buNone/>
            </a:pPr>
            <a:r>
              <a:rPr lang="en-US" sz="1100" b="1" dirty="0">
                <a:solidFill>
                  <a:srgbClr val="DC2626"/>
                </a:solidFill>
                <a:latin typeface="Arial" pitchFamily="34" charset="0"/>
                <a:ea typeface="Arial" pitchFamily="34" charset="-122"/>
                <a:cs typeface="Arial" pitchFamily="34" charset="-120"/>
              </a:rPr>
              <a:t>VM siempre encendida</a:t>
            </a:r>
            <a:endParaRPr lang="en-US" sz="1100" dirty="0"/>
          </a:p>
        </p:txBody>
      </p:sp>
      <p:sp>
        <p:nvSpPr>
          <p:cNvPr id="27" name="Shape 25"/>
          <p:cNvSpPr/>
          <p:nvPr/>
        </p:nvSpPr>
        <p:spPr>
          <a:xfrm>
            <a:off x="884311" y="4076036"/>
            <a:ext cx="10424160" cy="292608"/>
          </a:xfrm>
          <a:prstGeom prst="roundRect">
            <a:avLst>
              <a:gd name="adj" fmla="val 9375"/>
            </a:avLst>
          </a:prstGeom>
          <a:solidFill>
            <a:srgbClr val="FECACA"/>
          </a:solidFill>
          <a:ln w="12700">
            <a:solidFill>
              <a:srgbClr val="333333"/>
            </a:solidFill>
            <a:prstDash val="solid"/>
          </a:ln>
        </p:spPr>
      </p:sp>
      <p:sp>
        <p:nvSpPr>
          <p:cNvPr id="28" name="Text 26"/>
          <p:cNvSpPr txBox="1"/>
          <p:nvPr/>
        </p:nvSpPr>
        <p:spPr>
          <a:xfrm>
            <a:off x="1021471" y="4076036"/>
            <a:ext cx="10149840" cy="292608"/>
          </a:xfrm>
          <a:prstGeom prst="rect">
            <a:avLst/>
          </a:prstGeom>
          <a:noFill/>
          <a:ln/>
        </p:spPr>
        <p:txBody>
          <a:bodyPr wrap="square" rtlCol="0" anchor="ctr"/>
          <a:lstStyle/>
          <a:p>
            <a:pPr marL="0" indent="0">
              <a:buNone/>
            </a:pPr>
            <a:r>
              <a:rPr lang="en-US" sz="1000" dirty="0">
                <a:solidFill>
                  <a:srgbClr val="991B1B"/>
                </a:solidFill>
                <a:latin typeface="Arial" pitchFamily="34" charset="0"/>
                <a:ea typeface="Arial" pitchFamily="34" charset="-122"/>
                <a:cs typeface="Arial" pitchFamily="34" charset="-120"/>
              </a:rPr>
              <a:t>Paga las 24 horas — exista o no exista tráfico</a:t>
            </a:r>
            <a:endParaRPr lang="en-US" sz="1000" dirty="0"/>
          </a:p>
        </p:txBody>
      </p:sp>
      <p:sp>
        <p:nvSpPr>
          <p:cNvPr id="29" name="Text 27"/>
          <p:cNvSpPr txBox="1"/>
          <p:nvPr/>
        </p:nvSpPr>
        <p:spPr>
          <a:xfrm>
            <a:off x="884311" y="4487516"/>
            <a:ext cx="3200400" cy="274320"/>
          </a:xfrm>
          <a:prstGeom prst="rect">
            <a:avLst/>
          </a:prstGeom>
          <a:noFill/>
          <a:ln/>
        </p:spPr>
        <p:txBody>
          <a:bodyPr wrap="square" rtlCol="0" anchor="ctr"/>
          <a:lstStyle/>
          <a:p>
            <a:pPr marL="0" indent="0">
              <a:buNone/>
            </a:pPr>
            <a:r>
              <a:rPr lang="en-US" sz="1100" b="1" dirty="0">
                <a:solidFill>
                  <a:srgbClr val="16A34A"/>
                </a:solidFill>
                <a:latin typeface="Arial" pitchFamily="34" charset="0"/>
                <a:ea typeface="Arial" pitchFamily="34" charset="-122"/>
                <a:cs typeface="Arial" pitchFamily="34" charset="-120"/>
              </a:rPr>
              <a:t>Cloud Run (min-instances=0)</a:t>
            </a:r>
            <a:endParaRPr lang="en-US" sz="1100" dirty="0"/>
          </a:p>
        </p:txBody>
      </p:sp>
      <p:sp>
        <p:nvSpPr>
          <p:cNvPr id="30" name="Shape 28"/>
          <p:cNvSpPr/>
          <p:nvPr/>
        </p:nvSpPr>
        <p:spPr>
          <a:xfrm>
            <a:off x="884311" y="4780124"/>
            <a:ext cx="10424160" cy="292608"/>
          </a:xfrm>
          <a:prstGeom prst="roundRect">
            <a:avLst>
              <a:gd name="adj" fmla="val 9375"/>
            </a:avLst>
          </a:prstGeom>
          <a:solidFill>
            <a:srgbClr val="F8FAFC"/>
          </a:solidFill>
          <a:ln w="12700">
            <a:solidFill>
              <a:srgbClr val="CBD5E1"/>
            </a:solidFill>
            <a:prstDash val="solid"/>
          </a:ln>
        </p:spPr>
      </p:sp>
      <p:sp>
        <p:nvSpPr>
          <p:cNvPr id="31" name="Shape 29"/>
          <p:cNvSpPr/>
          <p:nvPr/>
        </p:nvSpPr>
        <p:spPr>
          <a:xfrm>
            <a:off x="4011559" y="4780124"/>
            <a:ext cx="1191333" cy="292608"/>
          </a:xfrm>
          <a:prstGeom prst="rect">
            <a:avLst/>
          </a:prstGeom>
          <a:solidFill>
            <a:srgbClr val="BBF7D0"/>
          </a:solidFill>
          <a:ln w="12700">
            <a:solidFill>
              <a:srgbClr val="333333"/>
            </a:solidFill>
            <a:prstDash val="solid"/>
          </a:ln>
        </p:spPr>
      </p:sp>
      <p:sp>
        <p:nvSpPr>
          <p:cNvPr id="32" name="Shape 30"/>
          <p:cNvSpPr/>
          <p:nvPr/>
        </p:nvSpPr>
        <p:spPr>
          <a:xfrm>
            <a:off x="5500725" y="4780124"/>
            <a:ext cx="1191333" cy="292608"/>
          </a:xfrm>
          <a:prstGeom prst="rect">
            <a:avLst/>
          </a:prstGeom>
          <a:solidFill>
            <a:srgbClr val="BBF7D0"/>
          </a:solidFill>
          <a:ln w="12700">
            <a:solidFill>
              <a:srgbClr val="333333"/>
            </a:solidFill>
            <a:prstDash val="solid"/>
          </a:ln>
        </p:spPr>
      </p:sp>
      <p:sp>
        <p:nvSpPr>
          <p:cNvPr id="33" name="Shape 31"/>
          <p:cNvSpPr/>
          <p:nvPr/>
        </p:nvSpPr>
        <p:spPr>
          <a:xfrm>
            <a:off x="6989890" y="4780124"/>
            <a:ext cx="1191333" cy="292608"/>
          </a:xfrm>
          <a:prstGeom prst="rect">
            <a:avLst/>
          </a:prstGeom>
          <a:solidFill>
            <a:srgbClr val="BBF7D0"/>
          </a:solidFill>
          <a:ln w="12700">
            <a:solidFill>
              <a:srgbClr val="333333"/>
            </a:solidFill>
            <a:prstDash val="solid"/>
          </a:ln>
        </p:spPr>
      </p:sp>
      <p:sp>
        <p:nvSpPr>
          <p:cNvPr id="34" name="Shape 32"/>
          <p:cNvSpPr/>
          <p:nvPr/>
        </p:nvSpPr>
        <p:spPr>
          <a:xfrm>
            <a:off x="8479056" y="4780124"/>
            <a:ext cx="1191333" cy="292608"/>
          </a:xfrm>
          <a:prstGeom prst="rect">
            <a:avLst/>
          </a:prstGeom>
          <a:solidFill>
            <a:srgbClr val="BBF7D0"/>
          </a:solidFill>
          <a:ln w="12700">
            <a:solidFill>
              <a:srgbClr val="333333"/>
            </a:solidFill>
            <a:prstDash val="solid"/>
          </a:ln>
        </p:spPr>
      </p:sp>
      <p:sp>
        <p:nvSpPr>
          <p:cNvPr id="35" name="Text 33"/>
          <p:cNvSpPr txBox="1"/>
          <p:nvPr/>
        </p:nvSpPr>
        <p:spPr>
          <a:xfrm>
            <a:off x="1021471" y="4780124"/>
            <a:ext cx="10149840" cy="292608"/>
          </a:xfrm>
          <a:prstGeom prst="rect">
            <a:avLst/>
          </a:prstGeom>
          <a:noFill/>
          <a:ln/>
        </p:spPr>
        <p:txBody>
          <a:bodyPr wrap="square" rtlCol="0" anchor="ctr"/>
          <a:lstStyle/>
          <a:p>
            <a:pPr marL="0" indent="0">
              <a:buNone/>
            </a:pPr>
            <a:r>
              <a:rPr lang="en-US" sz="1000" dirty="0">
                <a:solidFill>
                  <a:srgbClr val="166534"/>
                </a:solidFill>
                <a:latin typeface="Arial" pitchFamily="34" charset="0"/>
                <a:ea typeface="Arial" pitchFamily="34" charset="-122"/>
                <a:cs typeface="Arial" pitchFamily="34" charset="-120"/>
              </a:rPr>
              <a:t>Paga solo los segundos donde hay actividad real</a:t>
            </a:r>
            <a:endParaRPr lang="en-US" sz="1000" dirty="0"/>
          </a:p>
        </p:txBody>
      </p:sp>
      <p:sp>
        <p:nvSpPr>
          <p:cNvPr id="36" name="Shape 34"/>
          <p:cNvSpPr/>
          <p:nvPr/>
        </p:nvSpPr>
        <p:spPr>
          <a:xfrm>
            <a:off x="884311" y="5283044"/>
            <a:ext cx="5120640" cy="868680"/>
          </a:xfrm>
          <a:prstGeom prst="roundRect">
            <a:avLst>
              <a:gd name="adj" fmla="val 6316"/>
            </a:avLst>
          </a:prstGeom>
          <a:solidFill>
            <a:srgbClr val="1E293B"/>
          </a:solidFill>
          <a:ln w="12700">
            <a:solidFill>
              <a:srgbClr val="333333"/>
            </a:solidFill>
            <a:prstDash val="solid"/>
          </a:ln>
        </p:spPr>
      </p:sp>
      <p:sp>
        <p:nvSpPr>
          <p:cNvPr id="37" name="Text 35"/>
          <p:cNvSpPr txBox="1"/>
          <p:nvPr/>
        </p:nvSpPr>
        <p:spPr>
          <a:xfrm>
            <a:off x="1112911" y="5392772"/>
            <a:ext cx="4663440" cy="274320"/>
          </a:xfrm>
          <a:prstGeom prst="rect">
            <a:avLst/>
          </a:prstGeom>
          <a:noFill/>
          <a:ln/>
        </p:spPr>
        <p:txBody>
          <a:bodyPr wrap="square" rtlCol="0" anchor="ctr"/>
          <a:lstStyle/>
          <a:p>
            <a:pPr marL="0" indent="0">
              <a:buNone/>
            </a:pPr>
            <a:r>
              <a:rPr lang="en-US" sz="1050" dirty="0">
                <a:solidFill>
                  <a:srgbClr val="94A3B8"/>
                </a:solidFill>
                <a:latin typeface="Arial" pitchFamily="34" charset="0"/>
                <a:ea typeface="Arial" pitchFamily="34" charset="-122"/>
                <a:cs typeface="Arial" pitchFamily="34" charset="-120"/>
              </a:rPr>
              <a:t>Costo medido, hoy, en este proyecto</a:t>
            </a:r>
            <a:endParaRPr lang="en-US" sz="1050" dirty="0"/>
          </a:p>
        </p:txBody>
      </p:sp>
      <p:sp>
        <p:nvSpPr>
          <p:cNvPr id="38" name="Text 36"/>
          <p:cNvSpPr txBox="1"/>
          <p:nvPr/>
        </p:nvSpPr>
        <p:spPr>
          <a:xfrm>
            <a:off x="1112911" y="5667092"/>
            <a:ext cx="4663440" cy="411480"/>
          </a:xfrm>
          <a:prstGeom prst="rect">
            <a:avLst/>
          </a:prstGeom>
          <a:noFill/>
          <a:ln/>
        </p:spPr>
        <p:txBody>
          <a:bodyPr wrap="square" rtlCol="0" anchor="ctr"/>
          <a:lstStyle/>
          <a:p>
            <a:pPr marL="0" indent="0">
              <a:buNone/>
            </a:pPr>
            <a:r>
              <a:rPr lang="en-US" sz="1600" b="1" dirty="0">
                <a:solidFill>
                  <a:srgbClr val="BBF7D0"/>
                </a:solidFill>
                <a:latin typeface="Courier New" pitchFamily="34" charset="0"/>
                <a:ea typeface="Courier New" pitchFamily="34" charset="-122"/>
                <a:cs typeface="Courier New" pitchFamily="34" charset="-120"/>
              </a:rPr>
              <a:t>≈ $0.0038 / 1.000 predicciones</a:t>
            </a:r>
            <a:endParaRPr lang="en-US" sz="1600" dirty="0"/>
          </a:p>
        </p:txBody>
      </p:sp>
      <p:sp>
        <p:nvSpPr>
          <p:cNvPr id="39" name="Shape 37"/>
          <p:cNvSpPr/>
          <p:nvPr/>
        </p:nvSpPr>
        <p:spPr>
          <a:xfrm>
            <a:off x="6279271" y="5283044"/>
            <a:ext cx="5029200" cy="868680"/>
          </a:xfrm>
          <a:prstGeom prst="roundRect">
            <a:avLst>
              <a:gd name="adj" fmla="val 6316"/>
            </a:avLst>
          </a:prstGeom>
          <a:solidFill>
            <a:srgbClr val="FFFFFF"/>
          </a:solidFill>
          <a:ln w="12700">
            <a:solidFill>
              <a:srgbClr val="D97706"/>
            </a:solidFill>
            <a:prstDash val="solid"/>
          </a:ln>
        </p:spPr>
      </p:sp>
      <p:sp>
        <p:nvSpPr>
          <p:cNvPr id="40" name="Text 38"/>
          <p:cNvSpPr txBox="1"/>
          <p:nvPr/>
        </p:nvSpPr>
        <p:spPr>
          <a:xfrm>
            <a:off x="6507871" y="5392772"/>
            <a:ext cx="4572000" cy="274320"/>
          </a:xfrm>
          <a:prstGeom prst="rect">
            <a:avLst/>
          </a:prstGeom>
          <a:noFill/>
          <a:ln/>
        </p:spPr>
        <p:txBody>
          <a:bodyPr wrap="square" rtlCol="0" anchor="ctr"/>
          <a:lstStyle/>
          <a:p>
            <a:pPr marL="0" indent="0">
              <a:buNone/>
            </a:pPr>
            <a:r>
              <a:rPr lang="en-US" sz="1050" b="1" dirty="0">
                <a:solidFill>
                  <a:srgbClr val="B45309"/>
                </a:solidFill>
                <a:latin typeface="Arial" pitchFamily="34" charset="0"/>
                <a:ea typeface="Arial" pitchFamily="34" charset="-122"/>
                <a:cs typeface="Arial" pitchFamily="34" charset="-120"/>
              </a:rPr>
              <a:t>Trade-off a tener presente</a:t>
            </a:r>
            <a:endParaRPr lang="en-US" sz="1050" dirty="0"/>
          </a:p>
        </p:txBody>
      </p:sp>
      <p:sp>
        <p:nvSpPr>
          <p:cNvPr id="41" name="Text 39"/>
          <p:cNvSpPr txBox="1"/>
          <p:nvPr/>
        </p:nvSpPr>
        <p:spPr>
          <a:xfrm>
            <a:off x="6507871" y="5667092"/>
            <a:ext cx="4572000" cy="438912"/>
          </a:xfrm>
          <a:prstGeom prst="rect">
            <a:avLst/>
          </a:prstGeom>
          <a:noFill/>
          <a:ln/>
        </p:spPr>
        <p:txBody>
          <a:bodyPr wrap="square" rtlCol="0" anchor="ctr"/>
          <a:lstStyle/>
          <a:p>
            <a:pPr marL="0" indent="0">
              <a:buNone/>
            </a:pPr>
            <a:r>
              <a:rPr lang="en-US" sz="1000" dirty="0">
                <a:solidFill>
                  <a:srgbClr val="475569"/>
                </a:solidFill>
                <a:latin typeface="Arial" pitchFamily="34" charset="0"/>
                <a:ea typeface="Arial" pitchFamily="34" charset="-122"/>
                <a:cs typeface="Arial" pitchFamily="34" charset="-120"/>
              </a:rPr>
              <a:t>Cold start en la primera llamada tras un rato de inactividad — se mide en el hands-on</a:t>
            </a:r>
            <a:endParaRPr lang="en-US" sz="1000" dirty="0"/>
          </a:p>
        </p:txBody>
      </p:sp>
      <p:sp>
        <p:nvSpPr>
          <p:cNvPr id="42" name="Text 40"/>
          <p:cNvSpPr txBox="1"/>
          <p:nvPr/>
        </p:nvSpPr>
        <p:spPr>
          <a:xfrm>
            <a:off x="792871" y="6334604"/>
            <a:ext cx="10789920" cy="365760"/>
          </a:xfrm>
          <a:prstGeom prst="rect">
            <a:avLst/>
          </a:prstGeom>
          <a:noFill/>
          <a:ln/>
        </p:spPr>
        <p:txBody>
          <a:bodyPr wrap="square" rtlCol="0" anchor="ctr"/>
          <a:lstStyle/>
          <a:p>
            <a:pPr marL="0" indent="0">
              <a:buNone/>
            </a:pPr>
            <a:r>
              <a:rPr lang="en-US" sz="1250" i="1" dirty="0">
                <a:solidFill>
                  <a:srgbClr val="475569"/>
                </a:solidFill>
                <a:latin typeface="Arial" pitchFamily="34" charset="0"/>
                <a:ea typeface="Arial" pitchFamily="34" charset="-122"/>
                <a:cs typeface="Arial" pitchFamily="34" charset="-120"/>
              </a:rPr>
              <a:t>Con esto, garantía 4 resuelta. Queda la última: que cada predicción deje rastro.</a:t>
            </a:r>
            <a:endParaRPr lang="en-US" sz="1250" dirty="0"/>
          </a:p>
        </p:txBody>
      </p:sp>
      <p:sp>
        <p:nvSpPr>
          <p:cNvPr id="43" name="Shape 9">
            <a:extLst>
              <a:ext uri="{FF2B5EF4-FFF2-40B4-BE49-F238E27FC236}">
                <a16:creationId xmlns:a16="http://schemas.microsoft.com/office/drawing/2014/main" id="{8369500A-9469-96EB-4651-DD4CE78FDFF8}"/>
              </a:ext>
            </a:extLst>
          </p:cNvPr>
          <p:cNvSpPr/>
          <p:nvPr/>
        </p:nvSpPr>
        <p:spPr>
          <a:xfrm flipH="1">
            <a:off x="970671" y="3620867"/>
            <a:ext cx="10251440" cy="8128"/>
          </a:xfrm>
          <a:prstGeom prst="line">
            <a:avLst/>
          </a:prstGeom>
          <a:noFill/>
          <a:ln w="12700">
            <a:solidFill>
              <a:srgbClr val="CBD5E1"/>
            </a:solidFill>
            <a:prstDash val="solid"/>
          </a:ln>
        </p:spPr>
      </p:sp>
      <p:sp>
        <p:nvSpPr>
          <p:cNvPr id="45" name="Google Shape;16;p6">
            <a:extLst>
              <a:ext uri="{FF2B5EF4-FFF2-40B4-BE49-F238E27FC236}">
                <a16:creationId xmlns:a16="http://schemas.microsoft.com/office/drawing/2014/main" id="{9827EC61-009E-0F4E-3FBC-C027EA9ED26E}"/>
              </a:ext>
            </a:extLst>
          </p:cNvPr>
          <p:cNvSpPr/>
          <p:nvPr/>
        </p:nvSpPr>
        <p:spPr>
          <a:xfrm>
            <a:off x="9770" y="0"/>
            <a:ext cx="12188952" cy="932688"/>
          </a:xfrm>
          <a:prstGeom prst="rect">
            <a:avLst/>
          </a:prstGeom>
          <a:solidFill>
            <a:srgbClr val="5454E8"/>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pic>
        <p:nvPicPr>
          <p:cNvPr id="47" name="Google Shape;17;p6" descr="A logo with white text&#10;&#10;AI-generated content may be incorrect.">
            <a:extLst>
              <a:ext uri="{FF2B5EF4-FFF2-40B4-BE49-F238E27FC236}">
                <a16:creationId xmlns:a16="http://schemas.microsoft.com/office/drawing/2014/main" id="{FFC57E06-8DEB-7085-269D-A51E792A7E30}"/>
              </a:ext>
            </a:extLst>
          </p:cNvPr>
          <p:cNvPicPr preferRelativeResize="0"/>
          <p:nvPr/>
        </p:nvPicPr>
        <p:blipFill rotWithShape="1">
          <a:blip r:embed="rId3">
            <a:alphaModFix/>
          </a:blip>
          <a:srcRect/>
          <a:stretch/>
        </p:blipFill>
        <p:spPr>
          <a:xfrm>
            <a:off x="421249" y="147320"/>
            <a:ext cx="1691640" cy="708128"/>
          </a:xfrm>
          <a:prstGeom prst="rect">
            <a:avLst/>
          </a:prstGeom>
          <a:noFill/>
          <a:ln>
            <a:noFill/>
          </a:ln>
        </p:spPr>
      </p:pic>
      <p:sp>
        <p:nvSpPr>
          <p:cNvPr id="49" name="Google Shape;18;p6">
            <a:extLst>
              <a:ext uri="{FF2B5EF4-FFF2-40B4-BE49-F238E27FC236}">
                <a16:creationId xmlns:a16="http://schemas.microsoft.com/office/drawing/2014/main" id="{413888B3-4FB4-E4EA-942D-614743DBF617}"/>
              </a:ext>
            </a:extLst>
          </p:cNvPr>
          <p:cNvSpPr/>
          <p:nvPr/>
        </p:nvSpPr>
        <p:spPr>
          <a:xfrm>
            <a:off x="5760720" y="932688"/>
            <a:ext cx="6428232" cy="658368"/>
          </a:xfrm>
          <a:prstGeom prst="rect">
            <a:avLst/>
          </a:prstGeom>
          <a:solidFill>
            <a:srgbClr val="4CB87A"/>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 name="Text 0"/>
          <p:cNvSpPr txBox="1"/>
          <p:nvPr/>
        </p:nvSpPr>
        <p:spPr>
          <a:xfrm>
            <a:off x="5941256" y="1023425"/>
            <a:ext cx="10972800" cy="365760"/>
          </a:xfrm>
          <a:prstGeom prst="rect">
            <a:avLst/>
          </a:prstGeom>
          <a:noFill/>
          <a:ln/>
        </p:spPr>
        <p:txBody>
          <a:bodyPr wrap="square" rtlCol="0" anchor="ctr"/>
          <a:lstStyle/>
          <a:p>
            <a:pPr marL="0" indent="0">
              <a:buNone/>
            </a:pPr>
            <a:r>
              <a:rPr lang="en-US" sz="1200" b="1" kern="0" spc="200" dirty="0">
                <a:solidFill>
                  <a:srgbClr val="5454E9"/>
                </a:solidFill>
                <a:latin typeface="Arial" pitchFamily="34" charset="0"/>
                <a:ea typeface="Arial" pitchFamily="34" charset="-122"/>
                <a:cs typeface="Arial" pitchFamily="34" charset="-120"/>
              </a:rPr>
              <a:t>GARANTÍA 4 — SERVICIO SEGURO Y CON COSTO CONTROLADO</a:t>
            </a:r>
            <a:endParaRPr lang="en-US" sz="1200" dirty="0"/>
          </a:p>
        </p:txBody>
      </p:sp>
    </p:spTree>
    <p:extLst>
      <p:ext uri="{BB962C8B-B14F-4D97-AF65-F5344CB8AC3E}">
        <p14:creationId xmlns:p14="http://schemas.microsoft.com/office/powerpoint/2010/main" val="23749868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972800" cy="365760"/>
          </a:xfrm>
          <a:prstGeom prst="rect">
            <a:avLst/>
          </a:prstGeom>
          <a:noFill/>
          <a:ln/>
        </p:spPr>
        <p:txBody>
          <a:bodyPr wrap="square" rtlCol="0" anchor="ctr"/>
          <a:lstStyle/>
          <a:p>
            <a:pPr marL="0" indent="0">
              <a:buNone/>
            </a:pPr>
            <a:r>
              <a:rPr lang="en-US" sz="1200" b="1" kern="0" spc="200">
                <a:solidFill>
                  <a:srgbClr val="5454E9"/>
                </a:solidFill>
                <a:latin typeface="Arial" pitchFamily="34" charset="0"/>
                <a:ea typeface="Arial" pitchFamily="34" charset="-122"/>
                <a:cs typeface="Arial" pitchFamily="34" charset="-120"/>
              </a:rPr>
              <a:t>DE PUNTA A PUNTA</a:t>
            </a:r>
            <a:endParaRPr lang="en-US" sz="1200"/>
          </a:p>
        </p:txBody>
      </p:sp>
      <p:sp>
        <p:nvSpPr>
          <p:cNvPr id="15" name="Google Shape;16;p6">
            <a:extLst>
              <a:ext uri="{FF2B5EF4-FFF2-40B4-BE49-F238E27FC236}">
                <a16:creationId xmlns:a16="http://schemas.microsoft.com/office/drawing/2014/main" id="{E160ED67-DC83-15ED-BC75-2486CCB007CC}"/>
              </a:ext>
            </a:extLst>
          </p:cNvPr>
          <p:cNvSpPr/>
          <p:nvPr/>
        </p:nvSpPr>
        <p:spPr>
          <a:xfrm>
            <a:off x="0" y="0"/>
            <a:ext cx="12188952" cy="932688"/>
          </a:xfrm>
          <a:prstGeom prst="rect">
            <a:avLst/>
          </a:prstGeom>
          <a:solidFill>
            <a:srgbClr val="5454E8"/>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pic>
        <p:nvPicPr>
          <p:cNvPr id="17" name="Google Shape;17;p6" descr="A logo with white text&#10;&#10;AI-generated content may be incorrect.">
            <a:extLst>
              <a:ext uri="{FF2B5EF4-FFF2-40B4-BE49-F238E27FC236}">
                <a16:creationId xmlns:a16="http://schemas.microsoft.com/office/drawing/2014/main" id="{C7146ACC-32D3-FD4E-7989-D8027D8B5B97}"/>
              </a:ext>
            </a:extLst>
          </p:cNvPr>
          <p:cNvPicPr preferRelativeResize="0"/>
          <p:nvPr/>
        </p:nvPicPr>
        <p:blipFill rotWithShape="1">
          <a:blip r:embed="rId3">
            <a:alphaModFix/>
          </a:blip>
          <a:srcRect/>
          <a:stretch/>
        </p:blipFill>
        <p:spPr>
          <a:xfrm>
            <a:off x="421249" y="147320"/>
            <a:ext cx="1691640" cy="708128"/>
          </a:xfrm>
          <a:prstGeom prst="rect">
            <a:avLst/>
          </a:prstGeom>
          <a:noFill/>
          <a:ln>
            <a:noFill/>
          </a:ln>
        </p:spPr>
      </p:pic>
      <p:sp>
        <p:nvSpPr>
          <p:cNvPr id="19" name="Google Shape;18;p6">
            <a:extLst>
              <a:ext uri="{FF2B5EF4-FFF2-40B4-BE49-F238E27FC236}">
                <a16:creationId xmlns:a16="http://schemas.microsoft.com/office/drawing/2014/main" id="{0EAB9AD2-7CAF-043D-9789-DE414A24F508}"/>
              </a:ext>
            </a:extLst>
          </p:cNvPr>
          <p:cNvSpPr/>
          <p:nvPr/>
        </p:nvSpPr>
        <p:spPr>
          <a:xfrm>
            <a:off x="5760720" y="932688"/>
            <a:ext cx="6428232" cy="658368"/>
          </a:xfrm>
          <a:prstGeom prst="rect">
            <a:avLst/>
          </a:prstGeom>
          <a:solidFill>
            <a:srgbClr val="4CB87A"/>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1" name="Text 0">
            <a:extLst>
              <a:ext uri="{FF2B5EF4-FFF2-40B4-BE49-F238E27FC236}">
                <a16:creationId xmlns:a16="http://schemas.microsoft.com/office/drawing/2014/main" id="{AFD82950-5A2B-2611-3DB4-4FD0CDEAEC70}"/>
              </a:ext>
            </a:extLst>
          </p:cNvPr>
          <p:cNvSpPr txBox="1"/>
          <p:nvPr/>
        </p:nvSpPr>
        <p:spPr>
          <a:xfrm>
            <a:off x="5859194" y="1107440"/>
            <a:ext cx="10972800" cy="365760"/>
          </a:xfrm>
          <a:prstGeom prst="rect">
            <a:avLst/>
          </a:prstGeom>
          <a:noFill/>
          <a:ln/>
        </p:spPr>
        <p:txBody>
          <a:bodyPr wrap="square" rtlCol="0" anchor="ctr"/>
          <a:lstStyle/>
          <a:p>
            <a:pPr marL="0" indent="0">
              <a:buNone/>
            </a:pPr>
            <a:r>
              <a:rPr lang="en-US" sz="1200" b="1" kern="0" spc="200" dirty="0">
                <a:solidFill>
                  <a:srgbClr val="5454E9"/>
                </a:solidFill>
                <a:latin typeface="Arial" pitchFamily="34" charset="0"/>
                <a:ea typeface="Arial" pitchFamily="34" charset="-122"/>
                <a:cs typeface="Arial" pitchFamily="34" charset="-120"/>
              </a:rPr>
              <a:t>GARANTÍA 5 — CADA PREDICCIÓN DEJA RASTRO</a:t>
            </a:r>
            <a:endParaRPr lang="en-US" sz="1200" dirty="0"/>
          </a:p>
        </p:txBody>
      </p:sp>
      <p:sp>
        <p:nvSpPr>
          <p:cNvPr id="23" name="Text 1">
            <a:extLst>
              <a:ext uri="{FF2B5EF4-FFF2-40B4-BE49-F238E27FC236}">
                <a16:creationId xmlns:a16="http://schemas.microsoft.com/office/drawing/2014/main" id="{95258995-17F6-0E21-6A24-2098794632BF}"/>
              </a:ext>
            </a:extLst>
          </p:cNvPr>
          <p:cNvSpPr txBox="1"/>
          <p:nvPr/>
        </p:nvSpPr>
        <p:spPr>
          <a:xfrm>
            <a:off x="499794" y="1478983"/>
            <a:ext cx="11064240" cy="731520"/>
          </a:xfrm>
          <a:prstGeom prst="rect">
            <a:avLst/>
          </a:prstGeom>
          <a:noFill/>
          <a:ln/>
        </p:spPr>
        <p:txBody>
          <a:bodyPr wrap="square" rtlCol="0" anchor="ctr"/>
          <a:lstStyle/>
          <a:p>
            <a:pPr marL="0" indent="0">
              <a:buNone/>
            </a:pPr>
            <a:r>
              <a:rPr lang="en-US" sz="2600" b="1" dirty="0">
                <a:solidFill>
                  <a:srgbClr val="1E293B"/>
                </a:solidFill>
                <a:latin typeface="Arial" pitchFamily="34" charset="0"/>
                <a:ea typeface="Arial" pitchFamily="34" charset="-122"/>
                <a:cs typeface="Arial" pitchFamily="34" charset="-120"/>
              </a:rPr>
              <a:t>La arquitectura construida hoy</a:t>
            </a:r>
            <a:endParaRPr lang="en-US" sz="2600" dirty="0"/>
          </a:p>
        </p:txBody>
      </p:sp>
      <p:sp>
        <p:nvSpPr>
          <p:cNvPr id="25" name="Text 2">
            <a:extLst>
              <a:ext uri="{FF2B5EF4-FFF2-40B4-BE49-F238E27FC236}">
                <a16:creationId xmlns:a16="http://schemas.microsoft.com/office/drawing/2014/main" id="{7F653F6C-6700-F76D-1327-2CB67F66996E}"/>
              </a:ext>
            </a:extLst>
          </p:cNvPr>
          <p:cNvSpPr txBox="1"/>
          <p:nvPr/>
        </p:nvSpPr>
        <p:spPr>
          <a:xfrm>
            <a:off x="548640" y="2235200"/>
            <a:ext cx="3017520" cy="274320"/>
          </a:xfrm>
          <a:prstGeom prst="rect">
            <a:avLst/>
          </a:prstGeom>
          <a:noFill/>
          <a:ln/>
        </p:spPr>
        <p:txBody>
          <a:bodyPr wrap="square" rtlCol="0" anchor="ctr"/>
          <a:lstStyle/>
          <a:p>
            <a:pPr marL="0" indent="0">
              <a:buNone/>
            </a:pPr>
            <a:r>
              <a:rPr lang="en-US" sz="1200" b="1" dirty="0">
                <a:solidFill>
                  <a:srgbClr val="475569"/>
                </a:solidFill>
                <a:latin typeface="Arial" pitchFamily="34" charset="0"/>
                <a:ea typeface="Arial" pitchFamily="34" charset="-122"/>
                <a:cs typeface="Arial" pitchFamily="34" charset="-120"/>
              </a:rPr>
              <a:t>Las 5 garantías, resueltas</a:t>
            </a:r>
            <a:endParaRPr lang="en-US" sz="1200" dirty="0"/>
          </a:p>
        </p:txBody>
      </p:sp>
      <p:sp>
        <p:nvSpPr>
          <p:cNvPr id="27" name="Shape 3">
            <a:extLst>
              <a:ext uri="{FF2B5EF4-FFF2-40B4-BE49-F238E27FC236}">
                <a16:creationId xmlns:a16="http://schemas.microsoft.com/office/drawing/2014/main" id="{4A385984-46D5-434F-79E8-DFB926C8F621}"/>
              </a:ext>
            </a:extLst>
          </p:cNvPr>
          <p:cNvSpPr/>
          <p:nvPr/>
        </p:nvSpPr>
        <p:spPr>
          <a:xfrm>
            <a:off x="548640" y="2482088"/>
            <a:ext cx="256032" cy="256032"/>
          </a:xfrm>
          <a:prstGeom prst="ellipse">
            <a:avLst/>
          </a:prstGeom>
          <a:solidFill>
            <a:srgbClr val="16A34A"/>
          </a:solidFill>
          <a:ln w="12700">
            <a:solidFill>
              <a:srgbClr val="333333"/>
            </a:solidFill>
            <a:prstDash val="solid"/>
          </a:ln>
        </p:spPr>
      </p:sp>
      <p:sp>
        <p:nvSpPr>
          <p:cNvPr id="29" name="Text 4">
            <a:extLst>
              <a:ext uri="{FF2B5EF4-FFF2-40B4-BE49-F238E27FC236}">
                <a16:creationId xmlns:a16="http://schemas.microsoft.com/office/drawing/2014/main" id="{6479A23C-EFF7-323E-82AC-009F3984DC0D}"/>
              </a:ext>
            </a:extLst>
          </p:cNvPr>
          <p:cNvSpPr txBox="1"/>
          <p:nvPr/>
        </p:nvSpPr>
        <p:spPr>
          <a:xfrm>
            <a:off x="548640" y="2454656"/>
            <a:ext cx="256032" cy="256032"/>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31" name="Text 5">
            <a:extLst>
              <a:ext uri="{FF2B5EF4-FFF2-40B4-BE49-F238E27FC236}">
                <a16:creationId xmlns:a16="http://schemas.microsoft.com/office/drawing/2014/main" id="{EFB4E94A-51D4-DE07-F0B7-4845B3DCF0E6}"/>
              </a:ext>
            </a:extLst>
          </p:cNvPr>
          <p:cNvSpPr txBox="1"/>
          <p:nvPr/>
        </p:nvSpPr>
        <p:spPr>
          <a:xfrm>
            <a:off x="914400" y="2445512"/>
            <a:ext cx="2651760" cy="457200"/>
          </a:xfrm>
          <a:prstGeom prst="rect">
            <a:avLst/>
          </a:prstGeom>
          <a:noFill/>
          <a:ln/>
        </p:spPr>
        <p:txBody>
          <a:bodyPr wrap="square" rtlCol="0" anchor="ctr"/>
          <a:lstStyle/>
          <a:p>
            <a:pPr marL="0" indent="0">
              <a:buNone/>
            </a:pPr>
            <a:r>
              <a:rPr lang="en-US" sz="1100" dirty="0">
                <a:solidFill>
                  <a:srgbClr val="1E293B"/>
                </a:solidFill>
                <a:latin typeface="Arial" pitchFamily="34" charset="0"/>
                <a:ea typeface="Arial" pitchFamily="34" charset="-122"/>
                <a:cs typeface="Arial" pitchFamily="34" charset="-120"/>
              </a:rPr>
              <a:t>1. Datos validados</a:t>
            </a:r>
            <a:endParaRPr lang="en-US" sz="1100" dirty="0"/>
          </a:p>
        </p:txBody>
      </p:sp>
      <p:sp>
        <p:nvSpPr>
          <p:cNvPr id="33" name="Shape 6">
            <a:extLst>
              <a:ext uri="{FF2B5EF4-FFF2-40B4-BE49-F238E27FC236}">
                <a16:creationId xmlns:a16="http://schemas.microsoft.com/office/drawing/2014/main" id="{C21A0FDC-2804-6E5F-3BAB-C548C57EA4D9}"/>
              </a:ext>
            </a:extLst>
          </p:cNvPr>
          <p:cNvSpPr/>
          <p:nvPr/>
        </p:nvSpPr>
        <p:spPr>
          <a:xfrm>
            <a:off x="548640" y="3140456"/>
            <a:ext cx="256032" cy="256032"/>
          </a:xfrm>
          <a:prstGeom prst="ellipse">
            <a:avLst/>
          </a:prstGeom>
          <a:solidFill>
            <a:srgbClr val="16A34A"/>
          </a:solidFill>
          <a:ln w="12700">
            <a:solidFill>
              <a:srgbClr val="333333"/>
            </a:solidFill>
            <a:prstDash val="solid"/>
          </a:ln>
        </p:spPr>
      </p:sp>
      <p:sp>
        <p:nvSpPr>
          <p:cNvPr id="35" name="Text 7">
            <a:extLst>
              <a:ext uri="{FF2B5EF4-FFF2-40B4-BE49-F238E27FC236}">
                <a16:creationId xmlns:a16="http://schemas.microsoft.com/office/drawing/2014/main" id="{DCAB505A-C40E-6429-CC6D-3D28B69E16EE}"/>
              </a:ext>
            </a:extLst>
          </p:cNvPr>
          <p:cNvSpPr txBox="1"/>
          <p:nvPr/>
        </p:nvSpPr>
        <p:spPr>
          <a:xfrm>
            <a:off x="548640" y="3113024"/>
            <a:ext cx="256032" cy="256032"/>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37" name="Text 8">
            <a:extLst>
              <a:ext uri="{FF2B5EF4-FFF2-40B4-BE49-F238E27FC236}">
                <a16:creationId xmlns:a16="http://schemas.microsoft.com/office/drawing/2014/main" id="{73C208C7-D448-452E-2DBD-8F9497325782}"/>
              </a:ext>
            </a:extLst>
          </p:cNvPr>
          <p:cNvSpPr txBox="1"/>
          <p:nvPr/>
        </p:nvSpPr>
        <p:spPr>
          <a:xfrm>
            <a:off x="914400" y="3103880"/>
            <a:ext cx="2651760" cy="457200"/>
          </a:xfrm>
          <a:prstGeom prst="rect">
            <a:avLst/>
          </a:prstGeom>
          <a:noFill/>
          <a:ln/>
        </p:spPr>
        <p:txBody>
          <a:bodyPr wrap="square" rtlCol="0" anchor="ctr"/>
          <a:lstStyle/>
          <a:p>
            <a:pPr marL="0" indent="0">
              <a:buNone/>
            </a:pPr>
            <a:r>
              <a:rPr lang="en-US" sz="1100" dirty="0">
                <a:solidFill>
                  <a:srgbClr val="1E293B"/>
                </a:solidFill>
                <a:latin typeface="Arial" pitchFamily="34" charset="0"/>
                <a:ea typeface="Arial" pitchFamily="34" charset="-122"/>
                <a:cs typeface="Arial" pitchFamily="34" charset="-120"/>
              </a:rPr>
              <a:t>2. Transformación correcta</a:t>
            </a:r>
            <a:endParaRPr lang="en-US" sz="1100" dirty="0"/>
          </a:p>
        </p:txBody>
      </p:sp>
      <p:sp>
        <p:nvSpPr>
          <p:cNvPr id="39" name="Shape 9">
            <a:extLst>
              <a:ext uri="{FF2B5EF4-FFF2-40B4-BE49-F238E27FC236}">
                <a16:creationId xmlns:a16="http://schemas.microsoft.com/office/drawing/2014/main" id="{AC7445E3-C4DD-6441-0CC9-5041F65C8055}"/>
              </a:ext>
            </a:extLst>
          </p:cNvPr>
          <p:cNvSpPr/>
          <p:nvPr/>
        </p:nvSpPr>
        <p:spPr>
          <a:xfrm>
            <a:off x="548640" y="3798824"/>
            <a:ext cx="256032" cy="256032"/>
          </a:xfrm>
          <a:prstGeom prst="ellipse">
            <a:avLst/>
          </a:prstGeom>
          <a:solidFill>
            <a:srgbClr val="16A34A"/>
          </a:solidFill>
          <a:ln w="12700">
            <a:solidFill>
              <a:srgbClr val="333333"/>
            </a:solidFill>
            <a:prstDash val="solid"/>
          </a:ln>
        </p:spPr>
      </p:sp>
      <p:sp>
        <p:nvSpPr>
          <p:cNvPr id="41" name="Text 10">
            <a:extLst>
              <a:ext uri="{FF2B5EF4-FFF2-40B4-BE49-F238E27FC236}">
                <a16:creationId xmlns:a16="http://schemas.microsoft.com/office/drawing/2014/main" id="{3E533D6B-F3B7-F0EE-1EC4-20CAA449249F}"/>
              </a:ext>
            </a:extLst>
          </p:cNvPr>
          <p:cNvSpPr txBox="1"/>
          <p:nvPr/>
        </p:nvSpPr>
        <p:spPr>
          <a:xfrm>
            <a:off x="548640" y="3771392"/>
            <a:ext cx="256032" cy="256032"/>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43" name="Text 11">
            <a:extLst>
              <a:ext uri="{FF2B5EF4-FFF2-40B4-BE49-F238E27FC236}">
                <a16:creationId xmlns:a16="http://schemas.microsoft.com/office/drawing/2014/main" id="{E79E2574-8B41-6B9A-B71E-FC81665B1674}"/>
              </a:ext>
            </a:extLst>
          </p:cNvPr>
          <p:cNvSpPr txBox="1"/>
          <p:nvPr/>
        </p:nvSpPr>
        <p:spPr>
          <a:xfrm>
            <a:off x="914400" y="3762248"/>
            <a:ext cx="2651760" cy="457200"/>
          </a:xfrm>
          <a:prstGeom prst="rect">
            <a:avLst/>
          </a:prstGeom>
          <a:noFill/>
          <a:ln/>
        </p:spPr>
        <p:txBody>
          <a:bodyPr wrap="square" rtlCol="0" anchor="ctr"/>
          <a:lstStyle/>
          <a:p>
            <a:pPr marL="0" indent="0">
              <a:buNone/>
            </a:pPr>
            <a:r>
              <a:rPr lang="en-US" sz="1100" dirty="0">
                <a:solidFill>
                  <a:srgbClr val="1E293B"/>
                </a:solidFill>
                <a:latin typeface="Arial" pitchFamily="34" charset="0"/>
                <a:ea typeface="Arial" pitchFamily="34" charset="-122"/>
                <a:cs typeface="Arial" pitchFamily="34" charset="-120"/>
              </a:rPr>
              <a:t>3. Mismo entorno del entrenamiento</a:t>
            </a:r>
            <a:endParaRPr lang="en-US" sz="1100" dirty="0"/>
          </a:p>
        </p:txBody>
      </p:sp>
      <p:sp>
        <p:nvSpPr>
          <p:cNvPr id="45" name="Shape 12">
            <a:extLst>
              <a:ext uri="{FF2B5EF4-FFF2-40B4-BE49-F238E27FC236}">
                <a16:creationId xmlns:a16="http://schemas.microsoft.com/office/drawing/2014/main" id="{90D222D8-591D-920F-1586-757F8722873E}"/>
              </a:ext>
            </a:extLst>
          </p:cNvPr>
          <p:cNvSpPr/>
          <p:nvPr/>
        </p:nvSpPr>
        <p:spPr>
          <a:xfrm>
            <a:off x="548640" y="4457192"/>
            <a:ext cx="256032" cy="256032"/>
          </a:xfrm>
          <a:prstGeom prst="ellipse">
            <a:avLst/>
          </a:prstGeom>
          <a:solidFill>
            <a:srgbClr val="16A34A"/>
          </a:solidFill>
          <a:ln w="12700">
            <a:solidFill>
              <a:srgbClr val="333333"/>
            </a:solidFill>
            <a:prstDash val="solid"/>
          </a:ln>
        </p:spPr>
      </p:sp>
      <p:sp>
        <p:nvSpPr>
          <p:cNvPr id="47" name="Text 13">
            <a:extLst>
              <a:ext uri="{FF2B5EF4-FFF2-40B4-BE49-F238E27FC236}">
                <a16:creationId xmlns:a16="http://schemas.microsoft.com/office/drawing/2014/main" id="{909E4714-6D61-2B0C-5AAF-F77FC801571A}"/>
              </a:ext>
            </a:extLst>
          </p:cNvPr>
          <p:cNvSpPr txBox="1"/>
          <p:nvPr/>
        </p:nvSpPr>
        <p:spPr>
          <a:xfrm>
            <a:off x="548640" y="4429760"/>
            <a:ext cx="256032" cy="256032"/>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49" name="Text 14">
            <a:extLst>
              <a:ext uri="{FF2B5EF4-FFF2-40B4-BE49-F238E27FC236}">
                <a16:creationId xmlns:a16="http://schemas.microsoft.com/office/drawing/2014/main" id="{9B07209E-8955-9676-6597-B9CB064B063F}"/>
              </a:ext>
            </a:extLst>
          </p:cNvPr>
          <p:cNvSpPr txBox="1"/>
          <p:nvPr/>
        </p:nvSpPr>
        <p:spPr>
          <a:xfrm>
            <a:off x="914400" y="4420616"/>
            <a:ext cx="2651760" cy="457200"/>
          </a:xfrm>
          <a:prstGeom prst="rect">
            <a:avLst/>
          </a:prstGeom>
          <a:noFill/>
          <a:ln/>
        </p:spPr>
        <p:txBody>
          <a:bodyPr wrap="square" rtlCol="0" anchor="ctr"/>
          <a:lstStyle/>
          <a:p>
            <a:pPr marL="0" indent="0">
              <a:buNone/>
            </a:pPr>
            <a:r>
              <a:rPr lang="en-US" sz="1100" dirty="0">
                <a:solidFill>
                  <a:srgbClr val="1E293B"/>
                </a:solidFill>
                <a:latin typeface="Arial" pitchFamily="34" charset="0"/>
                <a:ea typeface="Arial" pitchFamily="34" charset="-122"/>
                <a:cs typeface="Arial" pitchFamily="34" charset="-120"/>
              </a:rPr>
              <a:t>4. Servicio seguro y con costo controlado</a:t>
            </a:r>
            <a:endParaRPr lang="en-US" sz="1100" dirty="0"/>
          </a:p>
        </p:txBody>
      </p:sp>
      <p:sp>
        <p:nvSpPr>
          <p:cNvPr id="51" name="Shape 15">
            <a:extLst>
              <a:ext uri="{FF2B5EF4-FFF2-40B4-BE49-F238E27FC236}">
                <a16:creationId xmlns:a16="http://schemas.microsoft.com/office/drawing/2014/main" id="{DE9E4E19-5F09-B8CD-06C8-38BD90112B82}"/>
              </a:ext>
            </a:extLst>
          </p:cNvPr>
          <p:cNvSpPr/>
          <p:nvPr/>
        </p:nvSpPr>
        <p:spPr>
          <a:xfrm>
            <a:off x="548640" y="5115560"/>
            <a:ext cx="256032" cy="256032"/>
          </a:xfrm>
          <a:prstGeom prst="ellipse">
            <a:avLst/>
          </a:prstGeom>
          <a:solidFill>
            <a:srgbClr val="16A34A"/>
          </a:solidFill>
          <a:ln w="12700">
            <a:solidFill>
              <a:srgbClr val="333333"/>
            </a:solidFill>
            <a:prstDash val="solid"/>
          </a:ln>
        </p:spPr>
      </p:sp>
      <p:sp>
        <p:nvSpPr>
          <p:cNvPr id="53" name="Text 16">
            <a:extLst>
              <a:ext uri="{FF2B5EF4-FFF2-40B4-BE49-F238E27FC236}">
                <a16:creationId xmlns:a16="http://schemas.microsoft.com/office/drawing/2014/main" id="{2B6D0218-FDB3-F91C-2089-0A6E7E7C4E9A}"/>
              </a:ext>
            </a:extLst>
          </p:cNvPr>
          <p:cNvSpPr txBox="1"/>
          <p:nvPr/>
        </p:nvSpPr>
        <p:spPr>
          <a:xfrm>
            <a:off x="548640" y="5088128"/>
            <a:ext cx="256032" cy="256032"/>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55" name="Text 17">
            <a:extLst>
              <a:ext uri="{FF2B5EF4-FFF2-40B4-BE49-F238E27FC236}">
                <a16:creationId xmlns:a16="http://schemas.microsoft.com/office/drawing/2014/main" id="{8CB71038-3470-A8E5-BFA9-E8D2AA1290DF}"/>
              </a:ext>
            </a:extLst>
          </p:cNvPr>
          <p:cNvSpPr txBox="1"/>
          <p:nvPr/>
        </p:nvSpPr>
        <p:spPr>
          <a:xfrm>
            <a:off x="914400" y="5078984"/>
            <a:ext cx="2651760" cy="457200"/>
          </a:xfrm>
          <a:prstGeom prst="rect">
            <a:avLst/>
          </a:prstGeom>
          <a:noFill/>
          <a:ln/>
        </p:spPr>
        <p:txBody>
          <a:bodyPr wrap="square" rtlCol="0" anchor="ctr"/>
          <a:lstStyle/>
          <a:p>
            <a:pPr marL="0" indent="0">
              <a:buNone/>
            </a:pPr>
            <a:r>
              <a:rPr lang="en-US" sz="1100" dirty="0">
                <a:solidFill>
                  <a:srgbClr val="1E293B"/>
                </a:solidFill>
                <a:latin typeface="Arial" pitchFamily="34" charset="0"/>
                <a:ea typeface="Arial" pitchFamily="34" charset="-122"/>
                <a:cs typeface="Arial" pitchFamily="34" charset="-120"/>
              </a:rPr>
              <a:t>5. Cada predicción registrada</a:t>
            </a:r>
            <a:endParaRPr lang="en-US" sz="1100" dirty="0"/>
          </a:p>
        </p:txBody>
      </p:sp>
      <p:sp>
        <p:nvSpPr>
          <p:cNvPr id="57" name="Shape 18">
            <a:extLst>
              <a:ext uri="{FF2B5EF4-FFF2-40B4-BE49-F238E27FC236}">
                <a16:creationId xmlns:a16="http://schemas.microsoft.com/office/drawing/2014/main" id="{F0FF296B-5F41-E367-7415-892C8069ADEF}"/>
              </a:ext>
            </a:extLst>
          </p:cNvPr>
          <p:cNvSpPr/>
          <p:nvPr/>
        </p:nvSpPr>
        <p:spPr>
          <a:xfrm>
            <a:off x="3520440" y="3011659"/>
            <a:ext cx="2530230" cy="1847556"/>
          </a:xfrm>
          <a:prstGeom prst="roundRect">
            <a:avLst>
              <a:gd name="adj" fmla="val 4706"/>
            </a:avLst>
          </a:prstGeom>
          <a:solidFill>
            <a:srgbClr val="FFFFFF"/>
          </a:solidFill>
          <a:ln w="12700">
            <a:solidFill>
              <a:srgbClr val="CBD5E1"/>
            </a:solidFill>
            <a:prstDash val="solid"/>
          </a:ln>
        </p:spPr>
      </p:sp>
      <p:sp>
        <p:nvSpPr>
          <p:cNvPr id="59" name="Shape 19">
            <a:extLst>
              <a:ext uri="{FF2B5EF4-FFF2-40B4-BE49-F238E27FC236}">
                <a16:creationId xmlns:a16="http://schemas.microsoft.com/office/drawing/2014/main" id="{3CD13A35-5A95-7D05-0816-F00A35C78333}"/>
              </a:ext>
            </a:extLst>
          </p:cNvPr>
          <p:cNvSpPr/>
          <p:nvPr/>
        </p:nvSpPr>
        <p:spPr>
          <a:xfrm>
            <a:off x="4343400" y="3360615"/>
            <a:ext cx="708464" cy="767080"/>
          </a:xfrm>
          <a:prstGeom prst="ellipse">
            <a:avLst/>
          </a:prstGeom>
          <a:solidFill>
            <a:srgbClr val="F8FAFC"/>
          </a:solidFill>
          <a:ln w="12700">
            <a:solidFill>
              <a:srgbClr val="1E293B"/>
            </a:solidFill>
            <a:prstDash val="dash"/>
          </a:ln>
        </p:spPr>
      </p:sp>
      <p:sp>
        <p:nvSpPr>
          <p:cNvPr id="63" name="Text 21">
            <a:extLst>
              <a:ext uri="{FF2B5EF4-FFF2-40B4-BE49-F238E27FC236}">
                <a16:creationId xmlns:a16="http://schemas.microsoft.com/office/drawing/2014/main" id="{73B62167-72C1-9264-9091-8C0A053D4E15}"/>
              </a:ext>
            </a:extLst>
          </p:cNvPr>
          <p:cNvSpPr txBox="1"/>
          <p:nvPr/>
        </p:nvSpPr>
        <p:spPr>
          <a:xfrm>
            <a:off x="3611880" y="4160520"/>
            <a:ext cx="2327812" cy="378655"/>
          </a:xfrm>
          <a:prstGeom prst="rect">
            <a:avLst/>
          </a:prstGeom>
          <a:noFill/>
          <a:ln/>
        </p:spPr>
        <p:txBody>
          <a:bodyPr wrap="square" rtlCol="0" anchor="ctr"/>
          <a:lstStyle/>
          <a:p>
            <a:pPr marL="0" indent="0" algn="ctr">
              <a:buNone/>
            </a:pPr>
            <a:r>
              <a:rPr lang="en-US" sz="1200" b="1" dirty="0">
                <a:solidFill>
                  <a:srgbClr val="1E293B"/>
                </a:solidFill>
                <a:latin typeface="Arial" pitchFamily="34" charset="0"/>
                <a:ea typeface="Arial" pitchFamily="34" charset="-122"/>
                <a:cs typeface="Arial" pitchFamily="34" charset="-120"/>
              </a:rPr>
              <a:t>CRM</a:t>
            </a:r>
            <a:endParaRPr lang="en-US" sz="1200" dirty="0"/>
          </a:p>
        </p:txBody>
      </p:sp>
      <p:sp>
        <p:nvSpPr>
          <p:cNvPr id="65" name="Text 22">
            <a:extLst>
              <a:ext uri="{FF2B5EF4-FFF2-40B4-BE49-F238E27FC236}">
                <a16:creationId xmlns:a16="http://schemas.microsoft.com/office/drawing/2014/main" id="{2CCD404A-4F5C-6730-21BE-132CD79866C3}"/>
              </a:ext>
            </a:extLst>
          </p:cNvPr>
          <p:cNvSpPr txBox="1"/>
          <p:nvPr/>
        </p:nvSpPr>
        <p:spPr>
          <a:xfrm>
            <a:off x="3611880" y="4490329"/>
            <a:ext cx="2327812" cy="323166"/>
          </a:xfrm>
          <a:prstGeom prst="rect">
            <a:avLst/>
          </a:prstGeom>
          <a:noFill/>
          <a:ln/>
        </p:spPr>
        <p:txBody>
          <a:bodyPr wrap="square" rtlCol="0" anchor="ctr"/>
          <a:lstStyle/>
          <a:p>
            <a:pPr marL="0" indent="0" algn="ctr">
              <a:buNone/>
            </a:pPr>
            <a:r>
              <a:rPr lang="en-US" sz="900" dirty="0">
                <a:solidFill>
                  <a:srgbClr val="1E293B"/>
                </a:solidFill>
                <a:latin typeface="Arial" pitchFamily="34" charset="0"/>
                <a:ea typeface="Arial" pitchFamily="34" charset="-122"/>
                <a:cs typeface="Arial" pitchFamily="34" charset="-120"/>
              </a:rPr>
              <a:t>(cliente)</a:t>
            </a:r>
            <a:endParaRPr lang="en-US" sz="900" dirty="0"/>
          </a:p>
        </p:txBody>
      </p:sp>
      <p:sp>
        <p:nvSpPr>
          <p:cNvPr id="67" name="Shape 23">
            <a:extLst>
              <a:ext uri="{FF2B5EF4-FFF2-40B4-BE49-F238E27FC236}">
                <a16:creationId xmlns:a16="http://schemas.microsoft.com/office/drawing/2014/main" id="{B8B6C09C-0485-16CD-AC7B-3B46CE9CD9C8}"/>
              </a:ext>
            </a:extLst>
          </p:cNvPr>
          <p:cNvSpPr/>
          <p:nvPr/>
        </p:nvSpPr>
        <p:spPr>
          <a:xfrm>
            <a:off x="5943600" y="3951459"/>
            <a:ext cx="506046" cy="221956"/>
          </a:xfrm>
          <a:prstGeom prst="rightArrow">
            <a:avLst/>
          </a:prstGeom>
          <a:solidFill>
            <a:srgbClr val="94A3B8"/>
          </a:solidFill>
          <a:ln w="12700">
            <a:solidFill>
              <a:srgbClr val="333333"/>
            </a:solidFill>
            <a:prstDash val="solid"/>
          </a:ln>
        </p:spPr>
      </p:sp>
      <p:sp>
        <p:nvSpPr>
          <p:cNvPr id="69" name="Shape 24">
            <a:extLst>
              <a:ext uri="{FF2B5EF4-FFF2-40B4-BE49-F238E27FC236}">
                <a16:creationId xmlns:a16="http://schemas.microsoft.com/office/drawing/2014/main" id="{53312900-74D3-E019-1D08-D38A8F803F0A}"/>
              </a:ext>
            </a:extLst>
          </p:cNvPr>
          <p:cNvSpPr/>
          <p:nvPr/>
        </p:nvSpPr>
        <p:spPr>
          <a:xfrm>
            <a:off x="6537960" y="3011659"/>
            <a:ext cx="2530230" cy="1847556"/>
          </a:xfrm>
          <a:prstGeom prst="roundRect">
            <a:avLst>
              <a:gd name="adj" fmla="val 4706"/>
            </a:avLst>
          </a:prstGeom>
          <a:solidFill>
            <a:srgbClr val="5454E9"/>
          </a:solidFill>
          <a:ln w="12700">
            <a:solidFill>
              <a:srgbClr val="CBD5E1"/>
            </a:solidFill>
            <a:prstDash val="solid"/>
          </a:ln>
        </p:spPr>
      </p:sp>
      <p:sp>
        <p:nvSpPr>
          <p:cNvPr id="71" name="Shape 25">
            <a:extLst>
              <a:ext uri="{FF2B5EF4-FFF2-40B4-BE49-F238E27FC236}">
                <a16:creationId xmlns:a16="http://schemas.microsoft.com/office/drawing/2014/main" id="{5F4A36FA-DDB7-011C-E61B-A5682E12D4E9}"/>
              </a:ext>
            </a:extLst>
          </p:cNvPr>
          <p:cNvSpPr/>
          <p:nvPr/>
        </p:nvSpPr>
        <p:spPr>
          <a:xfrm>
            <a:off x="7360920" y="3360615"/>
            <a:ext cx="708464" cy="767080"/>
          </a:xfrm>
          <a:prstGeom prst="ellipse">
            <a:avLst/>
          </a:prstGeom>
          <a:solidFill>
            <a:srgbClr val="3730A3"/>
          </a:solidFill>
          <a:ln w="12700">
            <a:solidFill>
              <a:srgbClr val="FFFFFF"/>
            </a:solidFill>
            <a:prstDash val="dash"/>
          </a:ln>
        </p:spPr>
      </p:sp>
      <p:sp>
        <p:nvSpPr>
          <p:cNvPr id="75" name="Text 27">
            <a:extLst>
              <a:ext uri="{FF2B5EF4-FFF2-40B4-BE49-F238E27FC236}">
                <a16:creationId xmlns:a16="http://schemas.microsoft.com/office/drawing/2014/main" id="{65E1EF59-E7FB-F565-BF10-C8A533128A7F}"/>
              </a:ext>
            </a:extLst>
          </p:cNvPr>
          <p:cNvSpPr txBox="1"/>
          <p:nvPr/>
        </p:nvSpPr>
        <p:spPr>
          <a:xfrm>
            <a:off x="6629400" y="4160520"/>
            <a:ext cx="2327812" cy="378655"/>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Cloud Run</a:t>
            </a:r>
            <a:endParaRPr lang="en-US" sz="1200" dirty="0"/>
          </a:p>
        </p:txBody>
      </p:sp>
      <p:sp>
        <p:nvSpPr>
          <p:cNvPr id="77" name="Text 28">
            <a:extLst>
              <a:ext uri="{FF2B5EF4-FFF2-40B4-BE49-F238E27FC236}">
                <a16:creationId xmlns:a16="http://schemas.microsoft.com/office/drawing/2014/main" id="{A777F97C-4C31-CBE9-73BD-2F783B75EBBE}"/>
              </a:ext>
            </a:extLst>
          </p:cNvPr>
          <p:cNvSpPr txBox="1"/>
          <p:nvPr/>
        </p:nvSpPr>
        <p:spPr>
          <a:xfrm>
            <a:off x="6629400" y="4490329"/>
            <a:ext cx="2327812" cy="323166"/>
          </a:xfrm>
          <a:prstGeom prst="rect">
            <a:avLst/>
          </a:prstGeom>
          <a:noFill/>
          <a:ln/>
        </p:spPr>
        <p:txBody>
          <a:bodyPr wrap="square" rtlCol="0" anchor="ctr"/>
          <a:lstStyle/>
          <a:p>
            <a:pPr marL="0" indent="0" algn="ctr">
              <a:buNone/>
            </a:pPr>
            <a:r>
              <a:rPr lang="en-US" sz="900" dirty="0">
                <a:solidFill>
                  <a:srgbClr val="FFFFFF"/>
                </a:solidFill>
                <a:latin typeface="Arial" pitchFamily="34" charset="0"/>
                <a:ea typeface="Arial" pitchFamily="34" charset="-122"/>
                <a:cs typeface="Arial" pitchFamily="34" charset="-120"/>
              </a:rPr>
              <a:t>FastAPI + modelo</a:t>
            </a:r>
            <a:endParaRPr lang="en-US" sz="900" dirty="0"/>
          </a:p>
        </p:txBody>
      </p:sp>
      <p:sp>
        <p:nvSpPr>
          <p:cNvPr id="79" name="Shape 29">
            <a:extLst>
              <a:ext uri="{FF2B5EF4-FFF2-40B4-BE49-F238E27FC236}">
                <a16:creationId xmlns:a16="http://schemas.microsoft.com/office/drawing/2014/main" id="{1FB555BA-0DDA-B002-851F-A6835B3A7843}"/>
              </a:ext>
            </a:extLst>
          </p:cNvPr>
          <p:cNvSpPr/>
          <p:nvPr/>
        </p:nvSpPr>
        <p:spPr>
          <a:xfrm>
            <a:off x="6400800" y="2445512"/>
            <a:ext cx="502920" cy="256032"/>
          </a:xfrm>
          <a:prstGeom prst="roundRect">
            <a:avLst>
              <a:gd name="adj" fmla="val 50000"/>
            </a:avLst>
          </a:prstGeom>
          <a:solidFill>
            <a:srgbClr val="16A34A"/>
          </a:solidFill>
          <a:ln w="12700">
            <a:solidFill>
              <a:srgbClr val="333333"/>
            </a:solidFill>
            <a:prstDash val="solid"/>
          </a:ln>
        </p:spPr>
      </p:sp>
      <p:sp>
        <p:nvSpPr>
          <p:cNvPr id="81" name="Text 30">
            <a:extLst>
              <a:ext uri="{FF2B5EF4-FFF2-40B4-BE49-F238E27FC236}">
                <a16:creationId xmlns:a16="http://schemas.microsoft.com/office/drawing/2014/main" id="{53644AF3-4487-2CAE-399C-2F25197A046B}"/>
              </a:ext>
            </a:extLst>
          </p:cNvPr>
          <p:cNvSpPr txBox="1"/>
          <p:nvPr/>
        </p:nvSpPr>
        <p:spPr>
          <a:xfrm>
            <a:off x="6406662" y="2451374"/>
            <a:ext cx="502920" cy="256032"/>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G3</a:t>
            </a:r>
            <a:endParaRPr lang="en-US" sz="1000" dirty="0"/>
          </a:p>
        </p:txBody>
      </p:sp>
      <p:sp>
        <p:nvSpPr>
          <p:cNvPr id="83" name="Shape 31">
            <a:extLst>
              <a:ext uri="{FF2B5EF4-FFF2-40B4-BE49-F238E27FC236}">
                <a16:creationId xmlns:a16="http://schemas.microsoft.com/office/drawing/2014/main" id="{960B6255-EF7C-1E80-C42B-D834EC531DAD}"/>
              </a:ext>
            </a:extLst>
          </p:cNvPr>
          <p:cNvSpPr/>
          <p:nvPr/>
        </p:nvSpPr>
        <p:spPr>
          <a:xfrm>
            <a:off x="8458200" y="2445512"/>
            <a:ext cx="502920" cy="256032"/>
          </a:xfrm>
          <a:prstGeom prst="roundRect">
            <a:avLst>
              <a:gd name="adj" fmla="val 50000"/>
            </a:avLst>
          </a:prstGeom>
          <a:solidFill>
            <a:srgbClr val="16A34A"/>
          </a:solidFill>
          <a:ln w="12700">
            <a:solidFill>
              <a:srgbClr val="333333"/>
            </a:solidFill>
            <a:prstDash val="solid"/>
          </a:ln>
        </p:spPr>
      </p:sp>
      <p:sp>
        <p:nvSpPr>
          <p:cNvPr id="85" name="Text 32">
            <a:extLst>
              <a:ext uri="{FF2B5EF4-FFF2-40B4-BE49-F238E27FC236}">
                <a16:creationId xmlns:a16="http://schemas.microsoft.com/office/drawing/2014/main" id="{B62F35DD-C69D-27DC-A07B-56D902D47A0F}"/>
              </a:ext>
            </a:extLst>
          </p:cNvPr>
          <p:cNvSpPr txBox="1"/>
          <p:nvPr/>
        </p:nvSpPr>
        <p:spPr>
          <a:xfrm>
            <a:off x="8464062" y="2451374"/>
            <a:ext cx="502920" cy="256032"/>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G4</a:t>
            </a:r>
            <a:endParaRPr lang="en-US" sz="1000" dirty="0"/>
          </a:p>
        </p:txBody>
      </p:sp>
      <p:sp>
        <p:nvSpPr>
          <p:cNvPr id="87" name="Shape 33">
            <a:extLst>
              <a:ext uri="{FF2B5EF4-FFF2-40B4-BE49-F238E27FC236}">
                <a16:creationId xmlns:a16="http://schemas.microsoft.com/office/drawing/2014/main" id="{3478D753-9AB7-D29C-FF69-FD07DEC97CD6}"/>
              </a:ext>
            </a:extLst>
          </p:cNvPr>
          <p:cNvSpPr/>
          <p:nvPr/>
        </p:nvSpPr>
        <p:spPr>
          <a:xfrm>
            <a:off x="8961120" y="3951459"/>
            <a:ext cx="506046" cy="221956"/>
          </a:xfrm>
          <a:prstGeom prst="rightArrow">
            <a:avLst/>
          </a:prstGeom>
          <a:solidFill>
            <a:srgbClr val="94A3B8"/>
          </a:solidFill>
          <a:ln w="12700">
            <a:solidFill>
              <a:srgbClr val="333333"/>
            </a:solidFill>
            <a:prstDash val="solid"/>
          </a:ln>
        </p:spPr>
      </p:sp>
      <p:sp>
        <p:nvSpPr>
          <p:cNvPr id="89" name="Shape 34">
            <a:extLst>
              <a:ext uri="{FF2B5EF4-FFF2-40B4-BE49-F238E27FC236}">
                <a16:creationId xmlns:a16="http://schemas.microsoft.com/office/drawing/2014/main" id="{5E35BBCD-FBE0-3BEC-A8A7-BFC92E423590}"/>
              </a:ext>
            </a:extLst>
          </p:cNvPr>
          <p:cNvSpPr/>
          <p:nvPr/>
        </p:nvSpPr>
        <p:spPr>
          <a:xfrm>
            <a:off x="9555480" y="3011659"/>
            <a:ext cx="2530230" cy="1847556"/>
          </a:xfrm>
          <a:prstGeom prst="roundRect">
            <a:avLst>
              <a:gd name="adj" fmla="val 4706"/>
            </a:avLst>
          </a:prstGeom>
          <a:solidFill>
            <a:srgbClr val="FFFFFF"/>
          </a:solidFill>
          <a:ln w="12700">
            <a:solidFill>
              <a:srgbClr val="CBD5E1"/>
            </a:solidFill>
            <a:prstDash val="solid"/>
          </a:ln>
        </p:spPr>
      </p:sp>
      <p:sp>
        <p:nvSpPr>
          <p:cNvPr id="91" name="Shape 35">
            <a:extLst>
              <a:ext uri="{FF2B5EF4-FFF2-40B4-BE49-F238E27FC236}">
                <a16:creationId xmlns:a16="http://schemas.microsoft.com/office/drawing/2014/main" id="{62638DF3-3EA1-6768-84A6-35118BFD9A03}"/>
              </a:ext>
            </a:extLst>
          </p:cNvPr>
          <p:cNvSpPr/>
          <p:nvPr/>
        </p:nvSpPr>
        <p:spPr>
          <a:xfrm>
            <a:off x="10378440" y="3360615"/>
            <a:ext cx="708464" cy="767080"/>
          </a:xfrm>
          <a:prstGeom prst="ellipse">
            <a:avLst/>
          </a:prstGeom>
          <a:solidFill>
            <a:srgbClr val="F8FAFC"/>
          </a:solidFill>
          <a:ln w="12700">
            <a:solidFill>
              <a:srgbClr val="1E293B"/>
            </a:solidFill>
            <a:prstDash val="dash"/>
          </a:ln>
        </p:spPr>
      </p:sp>
      <p:sp>
        <p:nvSpPr>
          <p:cNvPr id="95" name="Text 37">
            <a:extLst>
              <a:ext uri="{FF2B5EF4-FFF2-40B4-BE49-F238E27FC236}">
                <a16:creationId xmlns:a16="http://schemas.microsoft.com/office/drawing/2014/main" id="{06E47896-8E7F-866A-D18C-7CAC5A09ACBB}"/>
              </a:ext>
            </a:extLst>
          </p:cNvPr>
          <p:cNvSpPr txBox="1"/>
          <p:nvPr/>
        </p:nvSpPr>
        <p:spPr>
          <a:xfrm>
            <a:off x="9646920" y="4160520"/>
            <a:ext cx="2327812" cy="378655"/>
          </a:xfrm>
          <a:prstGeom prst="rect">
            <a:avLst/>
          </a:prstGeom>
          <a:noFill/>
          <a:ln/>
        </p:spPr>
        <p:txBody>
          <a:bodyPr wrap="square" rtlCol="0" anchor="ctr"/>
          <a:lstStyle/>
          <a:p>
            <a:pPr marL="0" indent="0" algn="ctr">
              <a:buNone/>
            </a:pPr>
            <a:r>
              <a:rPr lang="en-US" sz="1200" b="1" dirty="0">
                <a:solidFill>
                  <a:srgbClr val="1E293B"/>
                </a:solidFill>
                <a:latin typeface="Arial" pitchFamily="34" charset="0"/>
                <a:ea typeface="Arial" pitchFamily="34" charset="-122"/>
                <a:cs typeface="Arial" pitchFamily="34" charset="-120"/>
              </a:rPr>
              <a:t>Modelo</a:t>
            </a:r>
            <a:endParaRPr lang="en-US" sz="1200" dirty="0"/>
          </a:p>
        </p:txBody>
      </p:sp>
      <p:sp>
        <p:nvSpPr>
          <p:cNvPr id="97" name="Text 38">
            <a:extLst>
              <a:ext uri="{FF2B5EF4-FFF2-40B4-BE49-F238E27FC236}">
                <a16:creationId xmlns:a16="http://schemas.microsoft.com/office/drawing/2014/main" id="{4EF4EEC4-4EB1-ED2C-5FB8-4A7EBE04375C}"/>
              </a:ext>
            </a:extLst>
          </p:cNvPr>
          <p:cNvSpPr txBox="1"/>
          <p:nvPr/>
        </p:nvSpPr>
        <p:spPr>
          <a:xfrm>
            <a:off x="9646920" y="4490329"/>
            <a:ext cx="2327812" cy="323166"/>
          </a:xfrm>
          <a:prstGeom prst="rect">
            <a:avLst/>
          </a:prstGeom>
          <a:noFill/>
          <a:ln/>
        </p:spPr>
        <p:txBody>
          <a:bodyPr wrap="square" rtlCol="0" anchor="ctr"/>
          <a:lstStyle/>
          <a:p>
            <a:pPr marL="0" indent="0" algn="ctr">
              <a:buNone/>
            </a:pPr>
            <a:r>
              <a:rPr lang="en-US" sz="900" dirty="0">
                <a:solidFill>
                  <a:srgbClr val="1E293B"/>
                </a:solidFill>
                <a:latin typeface="Arial" pitchFamily="34" charset="0"/>
                <a:ea typeface="Arial" pitchFamily="34" charset="-122"/>
                <a:cs typeface="Arial" pitchFamily="34" charset="-120"/>
              </a:rPr>
              <a:t>desde GCS, 1 vez</a:t>
            </a:r>
            <a:endParaRPr lang="en-US" sz="900" dirty="0"/>
          </a:p>
        </p:txBody>
      </p:sp>
      <p:sp>
        <p:nvSpPr>
          <p:cNvPr id="99" name="Shape 39">
            <a:extLst>
              <a:ext uri="{FF2B5EF4-FFF2-40B4-BE49-F238E27FC236}">
                <a16:creationId xmlns:a16="http://schemas.microsoft.com/office/drawing/2014/main" id="{ADF0C3F1-11A5-BD8D-F535-C8262548AC9C}"/>
              </a:ext>
            </a:extLst>
          </p:cNvPr>
          <p:cNvSpPr/>
          <p:nvPr/>
        </p:nvSpPr>
        <p:spPr>
          <a:xfrm>
            <a:off x="6292948" y="5462954"/>
            <a:ext cx="3137486" cy="711590"/>
          </a:xfrm>
          <a:prstGeom prst="roundRect">
            <a:avLst>
              <a:gd name="adj" fmla="val 9231"/>
            </a:avLst>
          </a:prstGeom>
          <a:solidFill>
            <a:srgbClr val="1E293B"/>
          </a:solidFill>
          <a:ln w="12700">
            <a:solidFill>
              <a:srgbClr val="333333"/>
            </a:solidFill>
            <a:prstDash val="solid"/>
          </a:ln>
        </p:spPr>
      </p:sp>
      <p:sp>
        <p:nvSpPr>
          <p:cNvPr id="101" name="Text 40">
            <a:extLst>
              <a:ext uri="{FF2B5EF4-FFF2-40B4-BE49-F238E27FC236}">
                <a16:creationId xmlns:a16="http://schemas.microsoft.com/office/drawing/2014/main" id="{392F700A-0F13-429B-8B87-FBDB3E42AB1E}"/>
              </a:ext>
            </a:extLst>
          </p:cNvPr>
          <p:cNvSpPr txBox="1"/>
          <p:nvPr/>
        </p:nvSpPr>
        <p:spPr>
          <a:xfrm>
            <a:off x="6400800" y="5365262"/>
            <a:ext cx="2833858" cy="711590"/>
          </a:xfrm>
          <a:prstGeom prst="rect">
            <a:avLst/>
          </a:prstGeom>
          <a:noFill/>
          <a:ln/>
        </p:spPr>
        <p:txBody>
          <a:bodyPr wrap="square" rtlCol="0" anchor="ctr"/>
          <a:lstStyle/>
          <a:p>
            <a:pPr marL="0" indent="0" algn="ctr">
              <a:buNone/>
            </a:pPr>
            <a:r>
              <a:rPr lang="en-US" sz="950" dirty="0">
                <a:solidFill>
                  <a:srgbClr val="A7F3D0"/>
                </a:solidFill>
                <a:latin typeface="Arial" pitchFamily="34" charset="0"/>
                <a:ea typeface="Arial" pitchFamily="34" charset="-122"/>
                <a:cs typeface="Arial" pitchFamily="34" charset="-120"/>
              </a:rPr>
              <a:t>Cloud Logging — cada predicción: input + output + versión</a:t>
            </a:r>
            <a:endParaRPr lang="en-US" sz="950" dirty="0"/>
          </a:p>
        </p:txBody>
      </p:sp>
      <p:sp>
        <p:nvSpPr>
          <p:cNvPr id="103" name="Shape 41">
            <a:extLst>
              <a:ext uri="{FF2B5EF4-FFF2-40B4-BE49-F238E27FC236}">
                <a16:creationId xmlns:a16="http://schemas.microsoft.com/office/drawing/2014/main" id="{25651FE5-964A-EDFA-F2C1-7B802456EAA4}"/>
              </a:ext>
            </a:extLst>
          </p:cNvPr>
          <p:cNvSpPr/>
          <p:nvPr/>
        </p:nvSpPr>
        <p:spPr>
          <a:xfrm>
            <a:off x="7315200" y="4993249"/>
            <a:ext cx="551766" cy="304878"/>
          </a:xfrm>
          <a:prstGeom prst="roundRect">
            <a:avLst>
              <a:gd name="adj" fmla="val 50000"/>
            </a:avLst>
          </a:prstGeom>
          <a:solidFill>
            <a:srgbClr val="16A34A"/>
          </a:solidFill>
          <a:ln w="12700">
            <a:solidFill>
              <a:srgbClr val="333333"/>
            </a:solidFill>
            <a:prstDash val="solid"/>
          </a:ln>
        </p:spPr>
      </p:sp>
      <p:sp>
        <p:nvSpPr>
          <p:cNvPr id="105" name="Text 42">
            <a:extLst>
              <a:ext uri="{FF2B5EF4-FFF2-40B4-BE49-F238E27FC236}">
                <a16:creationId xmlns:a16="http://schemas.microsoft.com/office/drawing/2014/main" id="{6A5AE459-FAB3-E2E5-6401-EC643DD4CBCA}"/>
              </a:ext>
            </a:extLst>
          </p:cNvPr>
          <p:cNvSpPr txBox="1"/>
          <p:nvPr/>
        </p:nvSpPr>
        <p:spPr>
          <a:xfrm>
            <a:off x="7301523" y="5018649"/>
            <a:ext cx="561535" cy="304878"/>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G5</a:t>
            </a:r>
            <a:endParaRPr lang="en-US" sz="1000" dirty="0"/>
          </a:p>
        </p:txBody>
      </p:sp>
      <p:sp>
        <p:nvSpPr>
          <p:cNvPr id="107" name="Shape 43">
            <a:extLst>
              <a:ext uri="{FF2B5EF4-FFF2-40B4-BE49-F238E27FC236}">
                <a16:creationId xmlns:a16="http://schemas.microsoft.com/office/drawing/2014/main" id="{52152753-82C2-6D31-0A8A-14F957F75E65}"/>
              </a:ext>
            </a:extLst>
          </p:cNvPr>
          <p:cNvSpPr/>
          <p:nvPr/>
        </p:nvSpPr>
        <p:spPr>
          <a:xfrm>
            <a:off x="7680960" y="4859215"/>
            <a:ext cx="0" cy="320040"/>
          </a:xfrm>
          <a:prstGeom prst="line">
            <a:avLst/>
          </a:prstGeom>
          <a:noFill/>
          <a:ln w="12700">
            <a:solidFill>
              <a:srgbClr val="94A3B8"/>
            </a:solidFill>
            <a:prstDash val="dash"/>
          </a:ln>
        </p:spPr>
      </p:sp>
      <p:sp>
        <p:nvSpPr>
          <p:cNvPr id="109" name="Text 44">
            <a:extLst>
              <a:ext uri="{FF2B5EF4-FFF2-40B4-BE49-F238E27FC236}">
                <a16:creationId xmlns:a16="http://schemas.microsoft.com/office/drawing/2014/main" id="{FB53387C-CF44-CD84-54A0-0E92B47BA992}"/>
              </a:ext>
            </a:extLst>
          </p:cNvPr>
          <p:cNvSpPr txBox="1"/>
          <p:nvPr/>
        </p:nvSpPr>
        <p:spPr>
          <a:xfrm>
            <a:off x="548640" y="6441440"/>
            <a:ext cx="10789920" cy="320040"/>
          </a:xfrm>
          <a:prstGeom prst="rect">
            <a:avLst/>
          </a:prstGeom>
          <a:noFill/>
          <a:ln/>
        </p:spPr>
        <p:txBody>
          <a:bodyPr wrap="square" rtlCol="0" anchor="ctr"/>
          <a:lstStyle/>
          <a:p>
            <a:pPr marL="0" indent="0">
              <a:buNone/>
            </a:pPr>
            <a:r>
              <a:rPr lang="en-US" sz="950" i="1" dirty="0">
                <a:solidFill>
                  <a:srgbClr val="64748B"/>
                </a:solidFill>
                <a:latin typeface="Arial" pitchFamily="34" charset="0"/>
                <a:ea typeface="Arial" pitchFamily="34" charset="-122"/>
                <a:cs typeface="Arial" pitchFamily="34" charset="-120"/>
              </a:rPr>
              <a:t>Nota: los círculos punteados son espacio reservado para los logos oficiales — reemplázalos por los reales.</a:t>
            </a:r>
            <a:endParaRPr lang="en-US" sz="950" dirty="0"/>
          </a:p>
        </p:txBody>
      </p:sp>
      <p:pic>
        <p:nvPicPr>
          <p:cNvPr id="110" name="Picture 109" descr="Google Cloud Run Icon SVG Vector &amp; PNG Free Download | UXWing">
            <a:extLst>
              <a:ext uri="{FF2B5EF4-FFF2-40B4-BE49-F238E27FC236}">
                <a16:creationId xmlns:a16="http://schemas.microsoft.com/office/drawing/2014/main" id="{2F42CB05-4173-8FFA-A197-3A1BD8DA154F}"/>
              </a:ext>
            </a:extLst>
          </p:cNvPr>
          <p:cNvPicPr>
            <a:picLocks noChangeAspect="1"/>
          </p:cNvPicPr>
          <p:nvPr/>
        </p:nvPicPr>
        <p:blipFill>
          <a:blip r:embed="rId4"/>
          <a:stretch>
            <a:fillRect/>
          </a:stretch>
        </p:blipFill>
        <p:spPr>
          <a:xfrm>
            <a:off x="7472728" y="3486882"/>
            <a:ext cx="509466" cy="558311"/>
          </a:xfrm>
          <a:prstGeom prst="rect">
            <a:avLst/>
          </a:prstGeom>
        </p:spPr>
      </p:pic>
      <p:pic>
        <p:nvPicPr>
          <p:cNvPr id="111" name="Picture 110" descr="Artificial intelligence - Free electronics icons">
            <a:extLst>
              <a:ext uri="{FF2B5EF4-FFF2-40B4-BE49-F238E27FC236}">
                <a16:creationId xmlns:a16="http://schemas.microsoft.com/office/drawing/2014/main" id="{12C1004B-9A51-94A5-3ED3-F8C1E93CB649}"/>
              </a:ext>
            </a:extLst>
          </p:cNvPr>
          <p:cNvPicPr>
            <a:picLocks noChangeAspect="1"/>
          </p:cNvPicPr>
          <p:nvPr/>
        </p:nvPicPr>
        <p:blipFill>
          <a:blip r:embed="rId5"/>
          <a:stretch>
            <a:fillRect/>
          </a:stretch>
        </p:blipFill>
        <p:spPr>
          <a:xfrm>
            <a:off x="10491421" y="3486882"/>
            <a:ext cx="489928" cy="47038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
    <p:bg>
      <p:bgPr>
        <a:solidFill>
          <a:srgbClr val="F8FAFC"/>
        </a:solidFill>
        <a:effectLst/>
      </p:bgPr>
    </p:bg>
    <p:spTree>
      <p:nvGrpSpPr>
        <p:cNvPr id="1" name=""/>
        <p:cNvGrpSpPr/>
        <p:nvPr/>
      </p:nvGrpSpPr>
      <p:grpSpPr>
        <a:xfrm>
          <a:off x="0" y="0"/>
          <a:ext cx="0" cy="0"/>
          <a:chOff x="0" y="0"/>
          <a:chExt cx="0" cy="0"/>
        </a:xfrm>
      </p:grpSpPr>
      <p:sp>
        <p:nvSpPr>
          <p:cNvPr id="3" name="Text 1"/>
          <p:cNvSpPr txBox="1"/>
          <p:nvPr/>
        </p:nvSpPr>
        <p:spPr>
          <a:xfrm>
            <a:off x="128564" y="1004666"/>
            <a:ext cx="5808394" cy="506438"/>
          </a:xfrm>
          <a:prstGeom prst="rect">
            <a:avLst/>
          </a:prstGeom>
          <a:noFill/>
          <a:ln/>
        </p:spPr>
        <p:txBody>
          <a:bodyPr wrap="square" lIns="91440" tIns="45720" rIns="91440" bIns="45720" rtlCol="0" anchor="ctr"/>
          <a:lstStyle/>
          <a:p>
            <a:pPr marL="0" indent="0">
              <a:buNone/>
            </a:pPr>
            <a:r>
              <a:rPr lang="en-US" sz="2000" b="1" dirty="0">
                <a:solidFill>
                  <a:srgbClr val="1E293B"/>
                </a:solidFill>
                <a:latin typeface="Arial"/>
                <a:ea typeface="Arial" pitchFamily="34" charset="-122"/>
                <a:cs typeface="Arial"/>
              </a:rPr>
              <a:t>Top 5 formas de servir un modelo en producción</a:t>
            </a:r>
            <a:endParaRPr lang="en-US" sz="2000">
              <a:latin typeface="Arial"/>
              <a:ea typeface="Calibri"/>
              <a:cs typeface="Arial"/>
            </a:endParaRPr>
          </a:p>
        </p:txBody>
      </p:sp>
      <p:sp>
        <p:nvSpPr>
          <p:cNvPr id="4" name="Text 2"/>
          <p:cNvSpPr txBox="1"/>
          <p:nvPr/>
        </p:nvSpPr>
        <p:spPr>
          <a:xfrm>
            <a:off x="548640" y="1954628"/>
            <a:ext cx="457200" cy="274320"/>
          </a:xfrm>
          <a:prstGeom prst="rect">
            <a:avLst/>
          </a:prstGeom>
          <a:noFill/>
          <a:ln/>
        </p:spPr>
        <p:txBody>
          <a:bodyPr wrap="square" rtlCol="0" anchor="ctr"/>
          <a:lstStyle/>
          <a:p>
            <a:pPr marL="0" indent="0">
              <a:buNone/>
            </a:pPr>
            <a:r>
              <a:rPr lang="en-US" sz="1050" b="1" dirty="0">
                <a:solidFill>
                  <a:srgbClr val="5454E9"/>
                </a:solidFill>
                <a:latin typeface="Arial" pitchFamily="34" charset="0"/>
                <a:ea typeface="Arial" pitchFamily="34" charset="-122"/>
                <a:cs typeface="Arial" pitchFamily="34" charset="-120"/>
              </a:rPr>
              <a:t>#</a:t>
            </a:r>
            <a:endParaRPr lang="en-US" sz="1050" dirty="0"/>
          </a:p>
        </p:txBody>
      </p:sp>
      <p:sp>
        <p:nvSpPr>
          <p:cNvPr id="5" name="Text 3"/>
          <p:cNvSpPr txBox="1"/>
          <p:nvPr/>
        </p:nvSpPr>
        <p:spPr>
          <a:xfrm>
            <a:off x="1051560" y="1954628"/>
            <a:ext cx="2286000" cy="274320"/>
          </a:xfrm>
          <a:prstGeom prst="rect">
            <a:avLst/>
          </a:prstGeom>
          <a:noFill/>
          <a:ln/>
        </p:spPr>
        <p:txBody>
          <a:bodyPr wrap="square" rtlCol="0" anchor="ctr"/>
          <a:lstStyle/>
          <a:p>
            <a:pPr marL="0" indent="0">
              <a:buNone/>
            </a:pPr>
            <a:r>
              <a:rPr lang="en-US" sz="1050" b="1" dirty="0">
                <a:solidFill>
                  <a:srgbClr val="5454E9"/>
                </a:solidFill>
                <a:latin typeface="Arial" pitchFamily="34" charset="0"/>
                <a:ea typeface="Arial" pitchFamily="34" charset="-122"/>
                <a:cs typeface="Arial" pitchFamily="34" charset="-120"/>
              </a:rPr>
              <a:t>PATRÓN</a:t>
            </a:r>
            <a:endParaRPr lang="en-US" sz="1050" dirty="0"/>
          </a:p>
        </p:txBody>
      </p:sp>
      <p:sp>
        <p:nvSpPr>
          <p:cNvPr id="6" name="Text 4"/>
          <p:cNvSpPr txBox="1"/>
          <p:nvPr/>
        </p:nvSpPr>
        <p:spPr>
          <a:xfrm>
            <a:off x="3383280" y="1954628"/>
            <a:ext cx="3566160" cy="274320"/>
          </a:xfrm>
          <a:prstGeom prst="rect">
            <a:avLst/>
          </a:prstGeom>
          <a:noFill/>
          <a:ln/>
        </p:spPr>
        <p:txBody>
          <a:bodyPr wrap="square" rtlCol="0" anchor="ctr"/>
          <a:lstStyle/>
          <a:p>
            <a:pPr marL="0" indent="0">
              <a:buNone/>
            </a:pPr>
            <a:r>
              <a:rPr lang="en-US" sz="1050" b="1" dirty="0">
                <a:solidFill>
                  <a:srgbClr val="5454E9"/>
                </a:solidFill>
                <a:latin typeface="Arial" pitchFamily="34" charset="0"/>
                <a:ea typeface="Arial" pitchFamily="34" charset="-122"/>
                <a:cs typeface="Arial" pitchFamily="34" charset="-120"/>
              </a:rPr>
              <a:t>CUÁNDO SE USA</a:t>
            </a:r>
            <a:endParaRPr lang="en-US" sz="1050" dirty="0"/>
          </a:p>
        </p:txBody>
      </p:sp>
      <p:sp>
        <p:nvSpPr>
          <p:cNvPr id="7" name="Text 5"/>
          <p:cNvSpPr txBox="1"/>
          <p:nvPr/>
        </p:nvSpPr>
        <p:spPr>
          <a:xfrm>
            <a:off x="6995160" y="1954628"/>
            <a:ext cx="4343400" cy="274320"/>
          </a:xfrm>
          <a:prstGeom prst="rect">
            <a:avLst/>
          </a:prstGeom>
          <a:noFill/>
          <a:ln/>
        </p:spPr>
        <p:txBody>
          <a:bodyPr wrap="square" lIns="91440" tIns="45720" rIns="91440" bIns="45720" rtlCol="0" anchor="ctr"/>
          <a:lstStyle/>
          <a:p>
            <a:pPr marL="0" indent="0">
              <a:buNone/>
            </a:pPr>
            <a:r>
              <a:rPr lang="en-US" sz="1050" b="1" dirty="0">
                <a:solidFill>
                  <a:srgbClr val="5454E9"/>
                </a:solidFill>
                <a:latin typeface="Arial"/>
                <a:ea typeface="Arial" pitchFamily="34" charset="-122"/>
                <a:cs typeface="Arial"/>
              </a:rPr>
              <a:t>EJEMPLO </a:t>
            </a:r>
            <a:endParaRPr lang="en-US" sz="1050" dirty="0">
              <a:latin typeface="Arial"/>
              <a:cs typeface="Arial"/>
            </a:endParaRPr>
          </a:p>
        </p:txBody>
      </p:sp>
      <p:sp>
        <p:nvSpPr>
          <p:cNvPr id="8" name="Shape 6"/>
          <p:cNvSpPr/>
          <p:nvPr/>
        </p:nvSpPr>
        <p:spPr>
          <a:xfrm>
            <a:off x="548640" y="2366108"/>
            <a:ext cx="365760" cy="365760"/>
          </a:xfrm>
          <a:prstGeom prst="ellipse">
            <a:avLst/>
          </a:prstGeom>
          <a:solidFill>
            <a:srgbClr val="CBD5E1"/>
          </a:solidFill>
          <a:ln w="12700">
            <a:solidFill>
              <a:srgbClr val="333333"/>
            </a:solidFill>
            <a:prstDash val="solid"/>
          </a:ln>
        </p:spPr>
      </p:sp>
      <p:sp>
        <p:nvSpPr>
          <p:cNvPr id="9" name="Text 7"/>
          <p:cNvSpPr txBox="1"/>
          <p:nvPr/>
        </p:nvSpPr>
        <p:spPr>
          <a:xfrm>
            <a:off x="548640" y="2366108"/>
            <a:ext cx="365760" cy="365760"/>
          </a:xfrm>
          <a:prstGeom prst="rect">
            <a:avLst/>
          </a:prstGeom>
          <a:noFill/>
          <a:ln/>
        </p:spPr>
        <p:txBody>
          <a:bodyPr wrap="square" rtlCol="0" anchor="ctr"/>
          <a:lstStyle/>
          <a:p>
            <a:pPr marL="0" indent="0" algn="ctr">
              <a:buNone/>
            </a:pPr>
            <a:r>
              <a:rPr lang="en-US" sz="1300" b="1" dirty="0">
                <a:solidFill>
                  <a:srgbClr val="1E293B"/>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1051560" y="2320388"/>
            <a:ext cx="2286000" cy="749808"/>
          </a:xfrm>
          <a:prstGeom prst="rect">
            <a:avLst/>
          </a:prstGeom>
          <a:noFill/>
          <a:ln/>
        </p:spPr>
        <p:txBody>
          <a:bodyPr wrap="square" rtlCol="0" anchor="t"/>
          <a:lstStyle/>
          <a:p>
            <a:pPr marL="0" indent="0">
              <a:buNone/>
            </a:pPr>
            <a:r>
              <a:rPr lang="en-US" sz="1150" b="1" dirty="0">
                <a:solidFill>
                  <a:srgbClr val="1E293B"/>
                </a:solidFill>
                <a:latin typeface="Arial" pitchFamily="34" charset="0"/>
                <a:ea typeface="Arial" pitchFamily="34" charset="-122"/>
                <a:cs typeface="Arial" pitchFamily="34" charset="-120"/>
              </a:rPr>
              <a:t>Endpoint gestionado</a:t>
            </a:r>
            <a:endParaRPr lang="en-US" sz="1150" dirty="0"/>
          </a:p>
        </p:txBody>
      </p:sp>
      <p:sp>
        <p:nvSpPr>
          <p:cNvPr id="11" name="Text 9"/>
          <p:cNvSpPr txBox="1"/>
          <p:nvPr/>
        </p:nvSpPr>
        <p:spPr>
          <a:xfrm>
            <a:off x="3383280" y="2320388"/>
            <a:ext cx="3566160" cy="749808"/>
          </a:xfrm>
          <a:prstGeom prst="rect">
            <a:avLst/>
          </a:prstGeom>
          <a:noFill/>
          <a:ln/>
        </p:spPr>
        <p:txBody>
          <a:bodyPr wrap="square" rtlCol="0" anchor="t"/>
          <a:lstStyle/>
          <a:p>
            <a:pPr marL="0" indent="0">
              <a:buNone/>
            </a:pPr>
            <a:r>
              <a:rPr lang="en-US" sz="1000" dirty="0">
                <a:solidFill>
                  <a:srgbClr val="475569"/>
                </a:solidFill>
                <a:latin typeface="Arial" pitchFamily="34" charset="0"/>
                <a:ea typeface="Arial" pitchFamily="34" charset="-122"/>
                <a:cs typeface="Arial" pitchFamily="34" charset="-120"/>
              </a:rPr>
              <a:t>Tráfico alto y constante; necesitas monitoreo y versionado integrado</a:t>
            </a:r>
            <a:endParaRPr lang="en-US" sz="1000" dirty="0"/>
          </a:p>
        </p:txBody>
      </p:sp>
      <p:sp>
        <p:nvSpPr>
          <p:cNvPr id="12" name="Text 10"/>
          <p:cNvSpPr txBox="1"/>
          <p:nvPr/>
        </p:nvSpPr>
        <p:spPr>
          <a:xfrm>
            <a:off x="6995160" y="2320388"/>
            <a:ext cx="4343400" cy="749808"/>
          </a:xfrm>
          <a:prstGeom prst="rect">
            <a:avLst/>
          </a:prstGeom>
          <a:noFill/>
          <a:ln/>
        </p:spPr>
        <p:txBody>
          <a:bodyPr wrap="square" rtlCol="0" anchor="t"/>
          <a:lstStyle/>
          <a:p>
            <a:pPr marL="0" indent="0">
              <a:buNone/>
            </a:pPr>
            <a:r>
              <a:rPr lang="en-US" sz="1000" dirty="0">
                <a:solidFill>
                  <a:srgbClr val="3730A3"/>
                </a:solidFill>
                <a:latin typeface="Arial" pitchFamily="34" charset="0"/>
                <a:ea typeface="Arial" pitchFamily="34" charset="-122"/>
                <a:cs typeface="Arial" pitchFamily="34" charset="-120"/>
              </a:rPr>
              <a:t>Fintechs de pagos usan SageMaker Endpoints para scoring de fraude en tiempo real</a:t>
            </a:r>
            <a:endParaRPr lang="en-US" sz="1000" dirty="0"/>
          </a:p>
        </p:txBody>
      </p:sp>
      <p:sp>
        <p:nvSpPr>
          <p:cNvPr id="13" name="Shape 11"/>
          <p:cNvSpPr/>
          <p:nvPr/>
        </p:nvSpPr>
        <p:spPr>
          <a:xfrm>
            <a:off x="457200" y="3106772"/>
            <a:ext cx="11247120" cy="841248"/>
          </a:xfrm>
          <a:prstGeom prst="rect">
            <a:avLst/>
          </a:prstGeom>
          <a:solidFill>
            <a:srgbClr val="EEF0FE"/>
          </a:solidFill>
          <a:ln w="9525">
            <a:solidFill>
              <a:srgbClr val="EEF0FE"/>
            </a:solidFill>
            <a:prstDash val="solid"/>
          </a:ln>
        </p:spPr>
      </p:sp>
      <p:sp>
        <p:nvSpPr>
          <p:cNvPr id="14" name="Shape 12"/>
          <p:cNvSpPr/>
          <p:nvPr/>
        </p:nvSpPr>
        <p:spPr>
          <a:xfrm>
            <a:off x="548640" y="3207356"/>
            <a:ext cx="365760" cy="365760"/>
          </a:xfrm>
          <a:prstGeom prst="ellipse">
            <a:avLst/>
          </a:prstGeom>
          <a:solidFill>
            <a:srgbClr val="5454E9"/>
          </a:solidFill>
          <a:ln w="12700">
            <a:solidFill>
              <a:srgbClr val="333333"/>
            </a:solidFill>
            <a:prstDash val="solid"/>
          </a:ln>
        </p:spPr>
      </p:sp>
      <p:sp>
        <p:nvSpPr>
          <p:cNvPr id="15" name="Text 13"/>
          <p:cNvSpPr txBox="1"/>
          <p:nvPr/>
        </p:nvSpPr>
        <p:spPr>
          <a:xfrm>
            <a:off x="548640" y="3207356"/>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4"/>
          <p:cNvSpPr txBox="1"/>
          <p:nvPr/>
        </p:nvSpPr>
        <p:spPr>
          <a:xfrm>
            <a:off x="1051560" y="3161636"/>
            <a:ext cx="2286000" cy="749808"/>
          </a:xfrm>
          <a:prstGeom prst="rect">
            <a:avLst/>
          </a:prstGeom>
          <a:noFill/>
          <a:ln/>
        </p:spPr>
        <p:txBody>
          <a:bodyPr wrap="square" rtlCol="0" anchor="t"/>
          <a:lstStyle/>
          <a:p>
            <a:pPr marL="0" indent="0">
              <a:buNone/>
            </a:pPr>
            <a:r>
              <a:rPr lang="en-US" sz="1150" b="1" dirty="0">
                <a:solidFill>
                  <a:srgbClr val="1E293B"/>
                </a:solidFill>
                <a:latin typeface="Arial" pitchFamily="34" charset="0"/>
                <a:ea typeface="Arial" pitchFamily="34" charset="-122"/>
                <a:cs typeface="Arial" pitchFamily="34" charset="-120"/>
              </a:rPr>
              <a:t>Contenedor propio</a:t>
            </a:r>
            <a:endParaRPr lang="en-US" sz="1150" dirty="0"/>
          </a:p>
          <a:p>
            <a:pPr marL="0" indent="0">
              <a:buNone/>
            </a:pPr>
            <a:r>
              <a:rPr lang="en-US" sz="1150" b="1" dirty="0">
                <a:solidFill>
                  <a:srgbClr val="1E293B"/>
                </a:solidFill>
                <a:latin typeface="Arial" pitchFamily="34" charset="0"/>
                <a:ea typeface="Arial" pitchFamily="34" charset="-122"/>
                <a:cs typeface="Arial" pitchFamily="34" charset="-120"/>
              </a:rPr>
              <a:t>en serverless</a:t>
            </a:r>
            <a:endParaRPr lang="en-US" sz="1150" dirty="0"/>
          </a:p>
        </p:txBody>
      </p:sp>
      <p:sp>
        <p:nvSpPr>
          <p:cNvPr id="17" name="Text 15"/>
          <p:cNvSpPr txBox="1"/>
          <p:nvPr/>
        </p:nvSpPr>
        <p:spPr>
          <a:xfrm>
            <a:off x="3383280" y="3161636"/>
            <a:ext cx="3566160" cy="749808"/>
          </a:xfrm>
          <a:prstGeom prst="rect">
            <a:avLst/>
          </a:prstGeom>
          <a:noFill/>
          <a:ln/>
        </p:spPr>
        <p:txBody>
          <a:bodyPr wrap="square" rtlCol="0" anchor="t"/>
          <a:lstStyle/>
          <a:p>
            <a:pPr marL="0" indent="0">
              <a:buNone/>
            </a:pPr>
            <a:r>
              <a:rPr lang="en-US" sz="1000" dirty="0">
                <a:solidFill>
                  <a:srgbClr val="475569"/>
                </a:solidFill>
                <a:latin typeface="Arial" pitchFamily="34" charset="0"/>
                <a:ea typeface="Arial" pitchFamily="34" charset="-122"/>
                <a:cs typeface="Arial" pitchFamily="34" charset="-120"/>
              </a:rPr>
              <a:t>Tráfico intermitente, control total de versión, presupuesto ajustado</a:t>
            </a:r>
            <a:endParaRPr lang="en-US" sz="1000" dirty="0"/>
          </a:p>
        </p:txBody>
      </p:sp>
      <p:sp>
        <p:nvSpPr>
          <p:cNvPr id="18" name="Text 16"/>
          <p:cNvSpPr txBox="1"/>
          <p:nvPr/>
        </p:nvSpPr>
        <p:spPr>
          <a:xfrm>
            <a:off x="6995160" y="3161636"/>
            <a:ext cx="4343400" cy="749808"/>
          </a:xfrm>
          <a:prstGeom prst="rect">
            <a:avLst/>
          </a:prstGeom>
          <a:noFill/>
          <a:ln/>
        </p:spPr>
        <p:txBody>
          <a:bodyPr wrap="square" rtlCol="0" anchor="t"/>
          <a:lstStyle/>
          <a:p>
            <a:pPr marL="0" indent="0">
              <a:buNone/>
            </a:pPr>
            <a:r>
              <a:rPr lang="en-US" sz="1000" dirty="0">
                <a:solidFill>
                  <a:srgbClr val="3730A3"/>
                </a:solidFill>
                <a:latin typeface="Arial" pitchFamily="34" charset="0"/>
                <a:ea typeface="Arial" pitchFamily="34" charset="-122"/>
                <a:cs typeface="Arial" pitchFamily="34" charset="-120"/>
              </a:rPr>
              <a:t>Lo que construimos hoy — piloto de Retención</a:t>
            </a:r>
            <a:endParaRPr lang="en-US" sz="1000" dirty="0"/>
          </a:p>
        </p:txBody>
      </p:sp>
      <p:sp>
        <p:nvSpPr>
          <p:cNvPr id="19" name="Shape 17"/>
          <p:cNvSpPr/>
          <p:nvPr/>
        </p:nvSpPr>
        <p:spPr>
          <a:xfrm>
            <a:off x="548640" y="4048604"/>
            <a:ext cx="365760" cy="365760"/>
          </a:xfrm>
          <a:prstGeom prst="ellipse">
            <a:avLst/>
          </a:prstGeom>
          <a:solidFill>
            <a:srgbClr val="CBD5E1"/>
          </a:solidFill>
          <a:ln w="12700">
            <a:solidFill>
              <a:srgbClr val="333333"/>
            </a:solidFill>
            <a:prstDash val="solid"/>
          </a:ln>
        </p:spPr>
      </p:sp>
      <p:sp>
        <p:nvSpPr>
          <p:cNvPr id="20" name="Text 18"/>
          <p:cNvSpPr txBox="1"/>
          <p:nvPr/>
        </p:nvSpPr>
        <p:spPr>
          <a:xfrm>
            <a:off x="548640" y="4048604"/>
            <a:ext cx="365760" cy="365760"/>
          </a:xfrm>
          <a:prstGeom prst="rect">
            <a:avLst/>
          </a:prstGeom>
          <a:noFill/>
          <a:ln/>
        </p:spPr>
        <p:txBody>
          <a:bodyPr wrap="square" rtlCol="0" anchor="ctr"/>
          <a:lstStyle/>
          <a:p>
            <a:pPr marL="0" indent="0" algn="ctr">
              <a:buNone/>
            </a:pPr>
            <a:r>
              <a:rPr lang="en-US" sz="1300" b="1" dirty="0">
                <a:solidFill>
                  <a:srgbClr val="1E293B"/>
                </a:solidFill>
                <a:latin typeface="Arial" pitchFamily="34" charset="0"/>
                <a:ea typeface="Arial" pitchFamily="34" charset="-122"/>
                <a:cs typeface="Arial" pitchFamily="34" charset="-120"/>
              </a:rPr>
              <a:t>3</a:t>
            </a:r>
            <a:endParaRPr lang="en-US" sz="1300" dirty="0"/>
          </a:p>
        </p:txBody>
      </p:sp>
      <p:sp>
        <p:nvSpPr>
          <p:cNvPr id="21" name="Text 19"/>
          <p:cNvSpPr txBox="1"/>
          <p:nvPr/>
        </p:nvSpPr>
        <p:spPr>
          <a:xfrm>
            <a:off x="1051560" y="4002884"/>
            <a:ext cx="2286000" cy="749808"/>
          </a:xfrm>
          <a:prstGeom prst="rect">
            <a:avLst/>
          </a:prstGeom>
          <a:noFill/>
          <a:ln/>
        </p:spPr>
        <p:txBody>
          <a:bodyPr wrap="square" rtlCol="0" anchor="t"/>
          <a:lstStyle/>
          <a:p>
            <a:pPr marL="0" indent="0">
              <a:buNone/>
            </a:pPr>
            <a:r>
              <a:rPr lang="en-US" sz="1150" b="1" dirty="0">
                <a:solidFill>
                  <a:srgbClr val="1E293B"/>
                </a:solidFill>
                <a:latin typeface="Arial" pitchFamily="34" charset="0"/>
                <a:ea typeface="Arial" pitchFamily="34" charset="-122"/>
                <a:cs typeface="Arial" pitchFamily="34" charset="-120"/>
              </a:rPr>
              <a:t>Kubernetes</a:t>
            </a:r>
            <a:endParaRPr lang="en-US" sz="1150" dirty="0"/>
          </a:p>
          <a:p>
            <a:pPr marL="0" indent="0">
              <a:buNone/>
            </a:pPr>
            <a:r>
              <a:rPr lang="en-US" sz="1150" b="1" dirty="0">
                <a:solidFill>
                  <a:srgbClr val="1E293B"/>
                </a:solidFill>
                <a:latin typeface="Arial" pitchFamily="34" charset="0"/>
                <a:ea typeface="Arial" pitchFamily="34" charset="-122"/>
                <a:cs typeface="Arial" pitchFamily="34" charset="-120"/>
              </a:rPr>
              <a:t>(GKE / EKS / AKS)</a:t>
            </a:r>
            <a:endParaRPr lang="en-US" sz="1150" dirty="0"/>
          </a:p>
        </p:txBody>
      </p:sp>
      <p:sp>
        <p:nvSpPr>
          <p:cNvPr id="22" name="Text 20"/>
          <p:cNvSpPr txBox="1"/>
          <p:nvPr/>
        </p:nvSpPr>
        <p:spPr>
          <a:xfrm>
            <a:off x="3383280" y="4002884"/>
            <a:ext cx="3566160" cy="749808"/>
          </a:xfrm>
          <a:prstGeom prst="rect">
            <a:avLst/>
          </a:prstGeom>
          <a:noFill/>
          <a:ln/>
        </p:spPr>
        <p:txBody>
          <a:bodyPr wrap="square" rtlCol="0" anchor="t"/>
          <a:lstStyle/>
          <a:p>
            <a:pPr marL="0" indent="0">
              <a:buNone/>
            </a:pPr>
            <a:r>
              <a:rPr lang="en-US" sz="1000" dirty="0">
                <a:solidFill>
                  <a:srgbClr val="475569"/>
                </a:solidFill>
                <a:latin typeface="Arial" pitchFamily="34" charset="0"/>
                <a:ea typeface="Arial" pitchFamily="34" charset="-122"/>
                <a:cs typeface="Arial" pitchFamily="34" charset="-120"/>
              </a:rPr>
              <a:t>Múltiples modelos, tráfico masivo y constante</a:t>
            </a:r>
            <a:endParaRPr lang="en-US" sz="1000" dirty="0"/>
          </a:p>
        </p:txBody>
      </p:sp>
      <p:sp>
        <p:nvSpPr>
          <p:cNvPr id="23" name="Text 21"/>
          <p:cNvSpPr txBox="1"/>
          <p:nvPr/>
        </p:nvSpPr>
        <p:spPr>
          <a:xfrm>
            <a:off x="6995160" y="4002884"/>
            <a:ext cx="4343400" cy="749808"/>
          </a:xfrm>
          <a:prstGeom prst="rect">
            <a:avLst/>
          </a:prstGeom>
          <a:noFill/>
          <a:ln/>
        </p:spPr>
        <p:txBody>
          <a:bodyPr wrap="square" rtlCol="0" anchor="t"/>
          <a:lstStyle/>
          <a:p>
            <a:pPr marL="0" indent="0">
              <a:buNone/>
            </a:pPr>
            <a:r>
              <a:rPr lang="en-US" sz="1000" dirty="0">
                <a:solidFill>
                  <a:srgbClr val="3730A3"/>
                </a:solidFill>
                <a:latin typeface="Arial" pitchFamily="34" charset="0"/>
                <a:ea typeface="Arial" pitchFamily="34" charset="-122"/>
                <a:cs typeface="Arial" pitchFamily="34" charset="-120"/>
              </a:rPr>
              <a:t>Uber sirve miles de modelos de ETA y pricing sobre Kubernetes (Michelangelo)</a:t>
            </a:r>
            <a:endParaRPr lang="en-US" sz="1000" dirty="0"/>
          </a:p>
        </p:txBody>
      </p:sp>
      <p:sp>
        <p:nvSpPr>
          <p:cNvPr id="24" name="Shape 22"/>
          <p:cNvSpPr/>
          <p:nvPr/>
        </p:nvSpPr>
        <p:spPr>
          <a:xfrm>
            <a:off x="548640" y="4889852"/>
            <a:ext cx="365760" cy="365760"/>
          </a:xfrm>
          <a:prstGeom prst="ellipse">
            <a:avLst/>
          </a:prstGeom>
          <a:solidFill>
            <a:srgbClr val="CBD5E1"/>
          </a:solidFill>
          <a:ln w="12700">
            <a:solidFill>
              <a:srgbClr val="333333"/>
            </a:solidFill>
            <a:prstDash val="solid"/>
          </a:ln>
        </p:spPr>
      </p:sp>
      <p:sp>
        <p:nvSpPr>
          <p:cNvPr id="25" name="Text 23"/>
          <p:cNvSpPr txBox="1"/>
          <p:nvPr/>
        </p:nvSpPr>
        <p:spPr>
          <a:xfrm>
            <a:off x="548640" y="4889852"/>
            <a:ext cx="365760" cy="365760"/>
          </a:xfrm>
          <a:prstGeom prst="rect">
            <a:avLst/>
          </a:prstGeom>
          <a:noFill/>
          <a:ln/>
        </p:spPr>
        <p:txBody>
          <a:bodyPr wrap="square" rtlCol="0" anchor="ctr"/>
          <a:lstStyle/>
          <a:p>
            <a:pPr marL="0" indent="0" algn="ctr">
              <a:buNone/>
            </a:pPr>
            <a:r>
              <a:rPr lang="en-US" sz="1300" b="1" dirty="0">
                <a:solidFill>
                  <a:srgbClr val="1E293B"/>
                </a:solidFill>
                <a:latin typeface="Arial" pitchFamily="34" charset="0"/>
                <a:ea typeface="Arial" pitchFamily="34" charset="-122"/>
                <a:cs typeface="Arial" pitchFamily="34" charset="-120"/>
              </a:rPr>
              <a:t>4</a:t>
            </a:r>
            <a:endParaRPr lang="en-US" sz="1300" dirty="0"/>
          </a:p>
        </p:txBody>
      </p:sp>
      <p:sp>
        <p:nvSpPr>
          <p:cNvPr id="26" name="Text 24"/>
          <p:cNvSpPr txBox="1"/>
          <p:nvPr/>
        </p:nvSpPr>
        <p:spPr>
          <a:xfrm>
            <a:off x="1051560" y="4844132"/>
            <a:ext cx="2286000" cy="749808"/>
          </a:xfrm>
          <a:prstGeom prst="rect">
            <a:avLst/>
          </a:prstGeom>
          <a:noFill/>
          <a:ln/>
        </p:spPr>
        <p:txBody>
          <a:bodyPr wrap="square" rtlCol="0" anchor="t"/>
          <a:lstStyle/>
          <a:p>
            <a:pPr marL="0" indent="0">
              <a:buNone/>
            </a:pPr>
            <a:r>
              <a:rPr lang="en-US" sz="1150" b="1" dirty="0">
                <a:solidFill>
                  <a:srgbClr val="1E293B"/>
                </a:solidFill>
                <a:latin typeface="Arial" pitchFamily="34" charset="0"/>
                <a:ea typeface="Arial" pitchFamily="34" charset="-122"/>
                <a:cs typeface="Arial" pitchFamily="34" charset="-120"/>
              </a:rPr>
              <a:t>Funciones serverless</a:t>
            </a:r>
            <a:endParaRPr lang="en-US" sz="1150" dirty="0"/>
          </a:p>
          <a:p>
            <a:pPr marL="0" indent="0">
              <a:buNone/>
            </a:pPr>
            <a:r>
              <a:rPr lang="en-US" sz="1150" b="1" dirty="0">
                <a:solidFill>
                  <a:srgbClr val="1E293B"/>
                </a:solidFill>
                <a:latin typeface="Arial" pitchFamily="34" charset="0"/>
                <a:ea typeface="Arial" pitchFamily="34" charset="-122"/>
                <a:cs typeface="Arial" pitchFamily="34" charset="-120"/>
              </a:rPr>
              <a:t>(Cloud Functions / Lambda)</a:t>
            </a:r>
            <a:endParaRPr lang="en-US" sz="1150" dirty="0"/>
          </a:p>
        </p:txBody>
      </p:sp>
      <p:sp>
        <p:nvSpPr>
          <p:cNvPr id="27" name="Text 25"/>
          <p:cNvSpPr txBox="1"/>
          <p:nvPr/>
        </p:nvSpPr>
        <p:spPr>
          <a:xfrm>
            <a:off x="3383280" y="4844132"/>
            <a:ext cx="3566160" cy="749808"/>
          </a:xfrm>
          <a:prstGeom prst="rect">
            <a:avLst/>
          </a:prstGeom>
          <a:noFill/>
          <a:ln/>
        </p:spPr>
        <p:txBody>
          <a:bodyPr wrap="square" rtlCol="0" anchor="t"/>
          <a:lstStyle/>
          <a:p>
            <a:pPr marL="0" indent="0">
              <a:buNone/>
            </a:pPr>
            <a:r>
              <a:rPr lang="en-US" sz="1000" dirty="0">
                <a:solidFill>
                  <a:srgbClr val="475569"/>
                </a:solidFill>
                <a:latin typeface="Arial" pitchFamily="34" charset="0"/>
                <a:ea typeface="Arial" pitchFamily="34" charset="-122"/>
                <a:cs typeface="Arial" pitchFamily="34" charset="-120"/>
              </a:rPr>
              <a:t>Modelos muy livianos, tareas puntuales</a:t>
            </a:r>
            <a:endParaRPr lang="en-US" sz="1000" dirty="0"/>
          </a:p>
        </p:txBody>
      </p:sp>
      <p:sp>
        <p:nvSpPr>
          <p:cNvPr id="28" name="Text 26"/>
          <p:cNvSpPr txBox="1"/>
          <p:nvPr/>
        </p:nvSpPr>
        <p:spPr>
          <a:xfrm>
            <a:off x="6995160" y="4844132"/>
            <a:ext cx="4343400" cy="749808"/>
          </a:xfrm>
          <a:prstGeom prst="rect">
            <a:avLst/>
          </a:prstGeom>
          <a:noFill/>
          <a:ln/>
        </p:spPr>
        <p:txBody>
          <a:bodyPr wrap="square" rtlCol="0" anchor="t"/>
          <a:lstStyle/>
          <a:p>
            <a:pPr marL="0" indent="0">
              <a:buNone/>
            </a:pPr>
            <a:r>
              <a:rPr lang="en-US" sz="1000" dirty="0">
                <a:solidFill>
                  <a:srgbClr val="3730A3"/>
                </a:solidFill>
                <a:latin typeface="Arial" pitchFamily="34" charset="0"/>
                <a:ea typeface="Arial" pitchFamily="34" charset="-122"/>
                <a:cs typeface="Arial" pitchFamily="34" charset="-120"/>
              </a:rPr>
              <a:t>Moderación simple de contenido en apps pequeñas</a:t>
            </a:r>
            <a:endParaRPr lang="en-US" sz="1000" dirty="0"/>
          </a:p>
        </p:txBody>
      </p:sp>
      <p:sp>
        <p:nvSpPr>
          <p:cNvPr id="29" name="Shape 27"/>
          <p:cNvSpPr/>
          <p:nvPr/>
        </p:nvSpPr>
        <p:spPr>
          <a:xfrm>
            <a:off x="548640" y="5731100"/>
            <a:ext cx="365760" cy="365760"/>
          </a:xfrm>
          <a:prstGeom prst="ellipse">
            <a:avLst/>
          </a:prstGeom>
          <a:solidFill>
            <a:srgbClr val="CBD5E1"/>
          </a:solidFill>
          <a:ln w="12700">
            <a:solidFill>
              <a:srgbClr val="333333"/>
            </a:solidFill>
            <a:prstDash val="solid"/>
          </a:ln>
        </p:spPr>
      </p:sp>
      <p:sp>
        <p:nvSpPr>
          <p:cNvPr id="30" name="Text 28"/>
          <p:cNvSpPr txBox="1"/>
          <p:nvPr/>
        </p:nvSpPr>
        <p:spPr>
          <a:xfrm>
            <a:off x="548640" y="5731100"/>
            <a:ext cx="365760" cy="365760"/>
          </a:xfrm>
          <a:prstGeom prst="rect">
            <a:avLst/>
          </a:prstGeom>
          <a:noFill/>
          <a:ln/>
        </p:spPr>
        <p:txBody>
          <a:bodyPr wrap="square" rtlCol="0" anchor="ctr"/>
          <a:lstStyle/>
          <a:p>
            <a:pPr marL="0" indent="0" algn="ctr">
              <a:buNone/>
            </a:pPr>
            <a:r>
              <a:rPr lang="en-US" sz="1300" b="1" dirty="0">
                <a:solidFill>
                  <a:srgbClr val="1E293B"/>
                </a:solidFill>
                <a:latin typeface="Arial" pitchFamily="34" charset="0"/>
                <a:ea typeface="Arial" pitchFamily="34" charset="-122"/>
                <a:cs typeface="Arial" pitchFamily="34" charset="-120"/>
              </a:rPr>
              <a:t>5</a:t>
            </a:r>
            <a:endParaRPr lang="en-US" sz="1300" dirty="0"/>
          </a:p>
        </p:txBody>
      </p:sp>
      <p:sp>
        <p:nvSpPr>
          <p:cNvPr id="31" name="Text 29"/>
          <p:cNvSpPr txBox="1"/>
          <p:nvPr/>
        </p:nvSpPr>
        <p:spPr>
          <a:xfrm>
            <a:off x="1051560" y="5685380"/>
            <a:ext cx="2286000" cy="749808"/>
          </a:xfrm>
          <a:prstGeom prst="rect">
            <a:avLst/>
          </a:prstGeom>
          <a:noFill/>
          <a:ln/>
        </p:spPr>
        <p:txBody>
          <a:bodyPr wrap="square" rtlCol="0" anchor="t"/>
          <a:lstStyle/>
          <a:p>
            <a:pPr marL="0" indent="0">
              <a:buNone/>
            </a:pPr>
            <a:r>
              <a:rPr lang="en-US" sz="1150" b="1" dirty="0">
                <a:solidFill>
                  <a:srgbClr val="1E293B"/>
                </a:solidFill>
                <a:latin typeface="Arial" pitchFamily="34" charset="0"/>
                <a:ea typeface="Arial" pitchFamily="34" charset="-122"/>
                <a:cs typeface="Arial" pitchFamily="34" charset="-120"/>
              </a:rPr>
              <a:t>Scoring por lotes</a:t>
            </a:r>
            <a:endParaRPr lang="en-US" sz="1150" dirty="0"/>
          </a:p>
          <a:p>
            <a:pPr marL="0" indent="0">
              <a:buNone/>
            </a:pPr>
            <a:r>
              <a:rPr lang="en-US" sz="1150" b="1" dirty="0">
                <a:solidFill>
                  <a:srgbClr val="1E293B"/>
                </a:solidFill>
                <a:latin typeface="Arial" pitchFamily="34" charset="0"/>
                <a:ea typeface="Arial" pitchFamily="34" charset="-122"/>
                <a:cs typeface="Arial" pitchFamily="34" charset="-120"/>
              </a:rPr>
              <a:t>(batch)</a:t>
            </a:r>
            <a:endParaRPr lang="en-US" sz="1150" dirty="0"/>
          </a:p>
        </p:txBody>
      </p:sp>
      <p:sp>
        <p:nvSpPr>
          <p:cNvPr id="32" name="Text 30"/>
          <p:cNvSpPr txBox="1"/>
          <p:nvPr/>
        </p:nvSpPr>
        <p:spPr>
          <a:xfrm>
            <a:off x="3383280" y="5685380"/>
            <a:ext cx="3566160" cy="749808"/>
          </a:xfrm>
          <a:prstGeom prst="rect">
            <a:avLst/>
          </a:prstGeom>
          <a:noFill/>
          <a:ln/>
        </p:spPr>
        <p:txBody>
          <a:bodyPr wrap="square" rtlCol="0" anchor="t"/>
          <a:lstStyle/>
          <a:p>
            <a:pPr marL="0" indent="0">
              <a:buNone/>
            </a:pPr>
            <a:r>
              <a:rPr lang="en-US" sz="1000" dirty="0">
                <a:solidFill>
                  <a:srgbClr val="475569"/>
                </a:solidFill>
                <a:latin typeface="Arial" pitchFamily="34" charset="0"/>
                <a:ea typeface="Arial" pitchFamily="34" charset="-122"/>
                <a:cs typeface="Arial" pitchFamily="34" charset="-120"/>
              </a:rPr>
              <a:t>No se necesita respuesta instantánea para todos los casos</a:t>
            </a:r>
            <a:endParaRPr lang="en-US" sz="1000" dirty="0"/>
          </a:p>
        </p:txBody>
      </p:sp>
      <p:sp>
        <p:nvSpPr>
          <p:cNvPr id="33" name="Text 31"/>
          <p:cNvSpPr txBox="1"/>
          <p:nvPr/>
        </p:nvSpPr>
        <p:spPr>
          <a:xfrm>
            <a:off x="6995160" y="5685380"/>
            <a:ext cx="4343400" cy="749808"/>
          </a:xfrm>
          <a:prstGeom prst="rect">
            <a:avLst/>
          </a:prstGeom>
          <a:noFill/>
          <a:ln/>
        </p:spPr>
        <p:txBody>
          <a:bodyPr wrap="square" rtlCol="0" anchor="t"/>
          <a:lstStyle/>
          <a:p>
            <a:pPr marL="0" indent="0">
              <a:buNone/>
            </a:pPr>
            <a:r>
              <a:rPr lang="en-US" sz="1000" dirty="0">
                <a:solidFill>
                  <a:srgbClr val="3730A3"/>
                </a:solidFill>
                <a:latin typeface="Arial" pitchFamily="34" charset="0"/>
                <a:ea typeface="Arial" pitchFamily="34" charset="-122"/>
                <a:cs typeface="Arial" pitchFamily="34" charset="-120"/>
              </a:rPr>
              <a:t>Netflix precalcula recomendaciones cada noche y re-rankea en vivo al abrir la app</a:t>
            </a:r>
            <a:endParaRPr lang="en-US" sz="1000" dirty="0"/>
          </a:p>
        </p:txBody>
      </p:sp>
      <p:sp>
        <p:nvSpPr>
          <p:cNvPr id="35" name="Google Shape;16;p6">
            <a:extLst>
              <a:ext uri="{FF2B5EF4-FFF2-40B4-BE49-F238E27FC236}">
                <a16:creationId xmlns:a16="http://schemas.microsoft.com/office/drawing/2014/main" id="{522A0691-0B7E-B6F8-CFA0-B84795723218}"/>
              </a:ext>
            </a:extLst>
          </p:cNvPr>
          <p:cNvSpPr/>
          <p:nvPr/>
        </p:nvSpPr>
        <p:spPr>
          <a:xfrm>
            <a:off x="-9769" y="-19538"/>
            <a:ext cx="12188952" cy="932688"/>
          </a:xfrm>
          <a:prstGeom prst="rect">
            <a:avLst/>
          </a:prstGeom>
          <a:solidFill>
            <a:srgbClr val="5454E8"/>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L="0" marR="0" lvl="0" algn="l" defTabSz="914400" rtl="0" eaLnBrk="1" latinLnBrk="0" hangingPunct="1">
              <a:lnSpc>
                <a:spcPct val="100000"/>
              </a:lnSpc>
              <a:spcBef>
                <a:spcPts val="0"/>
              </a:spcBef>
              <a:spcAft>
                <a:spcPts val="0"/>
              </a:spcAft>
              <a:buClr>
                <a:srgbClr val="000000"/>
              </a:buClr>
              <a:buFont typeface="Arial"/>
              <a:defRPr sz="1400" b="0" i="0" u="none" strike="noStrike" kern="1200" cap="none" spc="0">
                <a:solidFill>
                  <a:srgbClr val="000000"/>
                </a:solidFill>
                <a:latin typeface="Arial"/>
                <a:ea typeface="Arial"/>
                <a:cs typeface="Arial"/>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400" b="0" i="0" u="none" strike="noStrike" kern="1200" cap="none" spc="0">
                <a:solidFill>
                  <a:srgbClr val="000000"/>
                </a:solidFill>
                <a:latin typeface="Arial"/>
                <a:ea typeface="Arial"/>
                <a:cs typeface="Arial"/>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400" b="0" i="0" u="none" strike="noStrike" kern="1200" cap="none" spc="0">
                <a:solidFill>
                  <a:srgbClr val="000000"/>
                </a:solidFill>
                <a:latin typeface="Arial"/>
                <a:ea typeface="Arial"/>
                <a:cs typeface="Arial"/>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400" b="0" i="0" u="none" strike="noStrike" kern="1200" cap="none" spc="0">
                <a:solidFill>
                  <a:srgbClr val="000000"/>
                </a:solidFill>
                <a:latin typeface="Arial"/>
                <a:ea typeface="Arial"/>
                <a:cs typeface="Arial"/>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400" b="0" i="0" u="none" strike="noStrike" kern="1200" cap="none" spc="0">
                <a:solidFill>
                  <a:srgbClr val="000000"/>
                </a:solidFill>
                <a:latin typeface="Arial"/>
                <a:ea typeface="Arial"/>
                <a:cs typeface="Arial"/>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400" b="0" i="0" u="none" strike="noStrike" kern="1200" cap="none" spc="0">
                <a:solidFill>
                  <a:srgbClr val="000000"/>
                </a:solidFill>
                <a:latin typeface="Arial"/>
                <a:ea typeface="Arial"/>
                <a:cs typeface="Arial"/>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400" b="0" i="0" u="none" strike="noStrike" kern="1200" cap="none" spc="0">
                <a:solidFill>
                  <a:srgbClr val="000000"/>
                </a:solidFill>
                <a:latin typeface="Arial"/>
                <a:ea typeface="Arial"/>
                <a:cs typeface="Arial"/>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400" b="0" i="0" u="none" strike="noStrike" kern="1200" cap="none" spc="0">
                <a:solidFill>
                  <a:srgbClr val="000000"/>
                </a:solidFill>
                <a:latin typeface="Arial"/>
                <a:ea typeface="Arial"/>
                <a:cs typeface="Arial"/>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400" b="0" i="0" u="none" strike="noStrike" kern="1200" cap="none" spc="0">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pic>
        <p:nvPicPr>
          <p:cNvPr id="36" name="Google Shape;17;p6" descr="A logo with white text&#10;&#10;AI-generated content may be incorrect.">
            <a:extLst>
              <a:ext uri="{FF2B5EF4-FFF2-40B4-BE49-F238E27FC236}">
                <a16:creationId xmlns:a16="http://schemas.microsoft.com/office/drawing/2014/main" id="{1F99BF94-2514-CB46-A81A-AA8586105D26}"/>
              </a:ext>
            </a:extLst>
          </p:cNvPr>
          <p:cNvPicPr preferRelativeResize="0"/>
          <p:nvPr/>
        </p:nvPicPr>
        <p:blipFill rotWithShape="1">
          <a:blip r:embed="rId3">
            <a:alphaModFix/>
          </a:blip>
          <a:srcRect/>
          <a:stretch/>
        </p:blipFill>
        <p:spPr>
          <a:xfrm>
            <a:off x="343095" y="127782"/>
            <a:ext cx="1691640" cy="708128"/>
          </a:xfrm>
          <a:prstGeom prst="rect">
            <a:avLst/>
          </a:prstGeom>
          <a:noFill/>
          <a:ln>
            <a:noFill/>
          </a:ln>
        </p:spPr>
      </p:pic>
      <p:sp>
        <p:nvSpPr>
          <p:cNvPr id="37" name="Google Shape;18;p6">
            <a:extLst>
              <a:ext uri="{FF2B5EF4-FFF2-40B4-BE49-F238E27FC236}">
                <a16:creationId xmlns:a16="http://schemas.microsoft.com/office/drawing/2014/main" id="{D4E12E18-5B48-7B36-1211-105A18FF9F4E}"/>
              </a:ext>
            </a:extLst>
          </p:cNvPr>
          <p:cNvSpPr/>
          <p:nvPr/>
        </p:nvSpPr>
        <p:spPr>
          <a:xfrm>
            <a:off x="5750951" y="922919"/>
            <a:ext cx="6428232" cy="658368"/>
          </a:xfrm>
          <a:prstGeom prst="rect">
            <a:avLst/>
          </a:prstGeom>
          <a:solidFill>
            <a:srgbClr val="4CB87A"/>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L="0" marR="0" lvl="0" algn="l" defTabSz="914400" rtl="0" eaLnBrk="1" latinLnBrk="0" hangingPunct="1">
              <a:lnSpc>
                <a:spcPct val="100000"/>
              </a:lnSpc>
              <a:spcBef>
                <a:spcPts val="0"/>
              </a:spcBef>
              <a:spcAft>
                <a:spcPts val="0"/>
              </a:spcAft>
              <a:buClr>
                <a:srgbClr val="000000"/>
              </a:buClr>
              <a:buFont typeface="Arial"/>
              <a:defRPr sz="1400" b="0" i="0" u="none" strike="noStrike" kern="1200" cap="none" spc="0">
                <a:solidFill>
                  <a:srgbClr val="000000"/>
                </a:solidFill>
                <a:latin typeface="Arial"/>
                <a:ea typeface="Arial"/>
                <a:cs typeface="Arial"/>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400" b="0" i="0" u="none" strike="noStrike" kern="1200" cap="none" spc="0">
                <a:solidFill>
                  <a:srgbClr val="000000"/>
                </a:solidFill>
                <a:latin typeface="Arial"/>
                <a:ea typeface="Arial"/>
                <a:cs typeface="Arial"/>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400" b="0" i="0" u="none" strike="noStrike" kern="1200" cap="none" spc="0">
                <a:solidFill>
                  <a:srgbClr val="000000"/>
                </a:solidFill>
                <a:latin typeface="Arial"/>
                <a:ea typeface="Arial"/>
                <a:cs typeface="Arial"/>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400" b="0" i="0" u="none" strike="noStrike" kern="1200" cap="none" spc="0">
                <a:solidFill>
                  <a:srgbClr val="000000"/>
                </a:solidFill>
                <a:latin typeface="Arial"/>
                <a:ea typeface="Arial"/>
                <a:cs typeface="Arial"/>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400" b="0" i="0" u="none" strike="noStrike" kern="1200" cap="none" spc="0">
                <a:solidFill>
                  <a:srgbClr val="000000"/>
                </a:solidFill>
                <a:latin typeface="Arial"/>
                <a:ea typeface="Arial"/>
                <a:cs typeface="Arial"/>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400" b="0" i="0" u="none" strike="noStrike" kern="1200" cap="none" spc="0">
                <a:solidFill>
                  <a:srgbClr val="000000"/>
                </a:solidFill>
                <a:latin typeface="Arial"/>
                <a:ea typeface="Arial"/>
                <a:cs typeface="Arial"/>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400" b="0" i="0" u="none" strike="noStrike" kern="1200" cap="none" spc="0">
                <a:solidFill>
                  <a:srgbClr val="000000"/>
                </a:solidFill>
                <a:latin typeface="Arial"/>
                <a:ea typeface="Arial"/>
                <a:cs typeface="Arial"/>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400" b="0" i="0" u="none" strike="noStrike" kern="1200" cap="none" spc="0">
                <a:solidFill>
                  <a:srgbClr val="000000"/>
                </a:solidFill>
                <a:latin typeface="Arial"/>
                <a:ea typeface="Arial"/>
                <a:cs typeface="Arial"/>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400" b="0" i="0" u="none" strike="noStrike" kern="1200" cap="none" spc="0">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 name="Text 0"/>
          <p:cNvSpPr txBox="1"/>
          <p:nvPr/>
        </p:nvSpPr>
        <p:spPr>
          <a:xfrm>
            <a:off x="6703255" y="1083916"/>
            <a:ext cx="10972800" cy="320040"/>
          </a:xfrm>
          <a:prstGeom prst="rect">
            <a:avLst/>
          </a:prstGeom>
          <a:noFill/>
          <a:ln/>
        </p:spPr>
        <p:txBody>
          <a:bodyPr wrap="square" rtlCol="0" anchor="ctr"/>
          <a:lstStyle/>
          <a:p>
            <a:pPr marL="0" indent="0">
              <a:buNone/>
            </a:pPr>
            <a:r>
              <a:rPr lang="en-US" sz="1200" b="1" kern="0" spc="200" dirty="0">
                <a:solidFill>
                  <a:srgbClr val="5454E9"/>
                </a:solidFill>
                <a:latin typeface="Arial" pitchFamily="34" charset="0"/>
                <a:ea typeface="Arial" pitchFamily="34" charset="-122"/>
                <a:cs typeface="Arial" pitchFamily="34" charset="-120"/>
              </a:rPr>
              <a:t>PANORAMA DE LA INDUSTRIA</a:t>
            </a:r>
            <a:endParaRPr lang="en-US" sz="1200" dirty="0"/>
          </a:p>
        </p:txBody>
      </p:sp>
    </p:spTree>
    <p:extLst>
      <p:ext uri="{BB962C8B-B14F-4D97-AF65-F5344CB8AC3E}">
        <p14:creationId xmlns:p14="http://schemas.microsoft.com/office/powerpoint/2010/main" val="9990112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93B"/>
        </a:solidFill>
        <a:effectLst/>
      </p:bgPr>
    </p:bg>
    <p:spTree>
      <p:nvGrpSpPr>
        <p:cNvPr id="1" name=""/>
        <p:cNvGrpSpPr/>
        <p:nvPr/>
      </p:nvGrpSpPr>
      <p:grpSpPr>
        <a:xfrm>
          <a:off x="0" y="0"/>
          <a:ext cx="0" cy="0"/>
          <a:chOff x="0" y="0"/>
          <a:chExt cx="0" cy="0"/>
        </a:xfrm>
      </p:grpSpPr>
      <p:sp>
        <p:nvSpPr>
          <p:cNvPr id="2" name="Text 0"/>
          <p:cNvSpPr txBox="1"/>
          <p:nvPr/>
        </p:nvSpPr>
        <p:spPr>
          <a:xfrm>
            <a:off x="731520" y="822960"/>
            <a:ext cx="10515600" cy="640080"/>
          </a:xfrm>
          <a:prstGeom prst="rect">
            <a:avLst/>
          </a:prstGeom>
          <a:noFill/>
          <a:ln/>
        </p:spPr>
        <p:txBody>
          <a:bodyPr wrap="square" rtlCol="0" anchor="ctr"/>
          <a:lstStyle/>
          <a:p>
            <a:pPr marL="0" indent="0">
              <a:buNone/>
            </a:pPr>
            <a:r>
              <a:rPr lang="en-US" sz="2600" b="1">
                <a:solidFill>
                  <a:srgbClr val="FFFFFF"/>
                </a:solidFill>
                <a:latin typeface="Arial" pitchFamily="34" charset="0"/>
                <a:ea typeface="Arial" pitchFamily="34" charset="-122"/>
                <a:cs typeface="Arial" pitchFamily="34" charset="-120"/>
              </a:rPr>
              <a:t>Lo que le entregamos a Unidad 6</a:t>
            </a:r>
            <a:endParaRPr lang="en-US" sz="2600"/>
          </a:p>
        </p:txBody>
      </p:sp>
      <p:sp>
        <p:nvSpPr>
          <p:cNvPr id="3" name="Shape 1"/>
          <p:cNvSpPr/>
          <p:nvPr/>
        </p:nvSpPr>
        <p:spPr>
          <a:xfrm>
            <a:off x="731520" y="1920240"/>
            <a:ext cx="10515600" cy="731520"/>
          </a:xfrm>
          <a:prstGeom prst="roundRect">
            <a:avLst>
              <a:gd name="adj" fmla="val 7500"/>
            </a:avLst>
          </a:prstGeom>
          <a:solidFill>
            <a:srgbClr val="334155"/>
          </a:solidFill>
          <a:ln w="12700">
            <a:solidFill>
              <a:srgbClr val="333333"/>
            </a:solidFill>
            <a:prstDash val="solid"/>
          </a:ln>
        </p:spPr>
      </p:sp>
      <p:sp>
        <p:nvSpPr>
          <p:cNvPr id="4" name="Text 2"/>
          <p:cNvSpPr txBox="1"/>
          <p:nvPr/>
        </p:nvSpPr>
        <p:spPr>
          <a:xfrm>
            <a:off x="1005840" y="1920240"/>
            <a:ext cx="10058400" cy="731520"/>
          </a:xfrm>
          <a:prstGeom prst="rect">
            <a:avLst/>
          </a:prstGeom>
          <a:noFill/>
          <a:ln/>
        </p:spPr>
        <p:txBody>
          <a:bodyPr wrap="square" rtlCol="0" anchor="ctr"/>
          <a:lstStyle/>
          <a:p>
            <a:pPr marL="0" indent="0">
              <a:buNone/>
            </a:pPr>
            <a:r>
              <a:rPr lang="en-US" sz="1400">
                <a:solidFill>
                  <a:srgbClr val="FFFFFF"/>
                </a:solidFill>
                <a:latin typeface="Arial" pitchFamily="34" charset="0"/>
                <a:ea typeface="Arial" pitchFamily="34" charset="-122"/>
                <a:cs typeface="Arial" pitchFamily="34" charset="-120"/>
              </a:rPr>
              <a:t>Una URL HTTPS estable (reemplaza el 127.0.0.1 frágil del libreto anterior)</a:t>
            </a:r>
            <a:endParaRPr lang="en-US" sz="1400"/>
          </a:p>
        </p:txBody>
      </p:sp>
      <p:sp>
        <p:nvSpPr>
          <p:cNvPr id="5" name="Shape 3"/>
          <p:cNvSpPr/>
          <p:nvPr/>
        </p:nvSpPr>
        <p:spPr>
          <a:xfrm>
            <a:off x="731520" y="2834640"/>
            <a:ext cx="10515600" cy="731520"/>
          </a:xfrm>
          <a:prstGeom prst="roundRect">
            <a:avLst>
              <a:gd name="adj" fmla="val 7500"/>
            </a:avLst>
          </a:prstGeom>
          <a:solidFill>
            <a:srgbClr val="334155"/>
          </a:solidFill>
          <a:ln w="12700">
            <a:solidFill>
              <a:srgbClr val="333333"/>
            </a:solidFill>
            <a:prstDash val="solid"/>
          </a:ln>
        </p:spPr>
      </p:sp>
      <p:sp>
        <p:nvSpPr>
          <p:cNvPr id="6" name="Text 4"/>
          <p:cNvSpPr txBox="1"/>
          <p:nvPr/>
        </p:nvSpPr>
        <p:spPr>
          <a:xfrm>
            <a:off x="1005840" y="2834640"/>
            <a:ext cx="10058400" cy="731520"/>
          </a:xfrm>
          <a:prstGeom prst="rect">
            <a:avLst/>
          </a:prstGeom>
          <a:noFill/>
          <a:ln/>
        </p:spPr>
        <p:txBody>
          <a:bodyPr wrap="square" rtlCol="0" anchor="ctr"/>
          <a:lstStyle/>
          <a:p>
            <a:pPr marL="0" indent="0">
              <a:buNone/>
            </a:pPr>
            <a:r>
              <a:rPr lang="en-US" sz="1400">
                <a:solidFill>
                  <a:srgbClr val="FFFFFF"/>
                </a:solidFill>
                <a:latin typeface="Arial" pitchFamily="34" charset="0"/>
                <a:ea typeface="Arial" pitchFamily="34" charset="-122"/>
                <a:cs typeface="Arial" pitchFamily="34" charset="-120"/>
              </a:rPr>
              <a:t>Un contrato con 422 bien definido (habilita la cuarentena del DAG)</a:t>
            </a:r>
            <a:endParaRPr lang="en-US" sz="1400"/>
          </a:p>
        </p:txBody>
      </p:sp>
      <p:sp>
        <p:nvSpPr>
          <p:cNvPr id="7" name="Shape 5"/>
          <p:cNvSpPr/>
          <p:nvPr/>
        </p:nvSpPr>
        <p:spPr>
          <a:xfrm>
            <a:off x="731520" y="3749040"/>
            <a:ext cx="10515600" cy="731520"/>
          </a:xfrm>
          <a:prstGeom prst="roundRect">
            <a:avLst>
              <a:gd name="adj" fmla="val 7500"/>
            </a:avLst>
          </a:prstGeom>
          <a:solidFill>
            <a:srgbClr val="334155"/>
          </a:solidFill>
          <a:ln w="12700">
            <a:solidFill>
              <a:srgbClr val="333333"/>
            </a:solidFill>
            <a:prstDash val="solid"/>
          </a:ln>
        </p:spPr>
      </p:sp>
      <p:sp>
        <p:nvSpPr>
          <p:cNvPr id="8" name="Text 6"/>
          <p:cNvSpPr txBox="1"/>
          <p:nvPr/>
        </p:nvSpPr>
        <p:spPr>
          <a:xfrm>
            <a:off x="1005840" y="3749040"/>
            <a:ext cx="10058400" cy="731520"/>
          </a:xfrm>
          <a:prstGeom prst="rect">
            <a:avLst/>
          </a:prstGeom>
          <a:noFill/>
          <a:ln/>
        </p:spPr>
        <p:txBody>
          <a:bodyPr wrap="square" rtlCol="0" anchor="ctr"/>
          <a:lstStyle/>
          <a:p>
            <a:pPr marL="0" indent="0">
              <a:buNone/>
            </a:pPr>
            <a:r>
              <a:rPr lang="en-US" sz="1400">
                <a:solidFill>
                  <a:srgbClr val="FFFFFF"/>
                </a:solidFill>
                <a:latin typeface="Arial" pitchFamily="34" charset="0"/>
                <a:ea typeface="Arial" pitchFamily="34" charset="-122"/>
                <a:cs typeface="Arial" pitchFamily="34" charset="-120"/>
              </a:rPr>
              <a:t>Un log estructurado por predicción (línea base para medir drift)</a:t>
            </a:r>
            <a:endParaRPr lang="en-US" sz="1400"/>
          </a:p>
        </p:txBody>
      </p:sp>
      <p:sp>
        <p:nvSpPr>
          <p:cNvPr id="9" name="Text 7"/>
          <p:cNvSpPr txBox="1"/>
          <p:nvPr/>
        </p:nvSpPr>
        <p:spPr>
          <a:xfrm>
            <a:off x="731520" y="4937760"/>
            <a:ext cx="10515600" cy="365760"/>
          </a:xfrm>
          <a:prstGeom prst="rect">
            <a:avLst/>
          </a:prstGeom>
          <a:noFill/>
          <a:ln/>
        </p:spPr>
        <p:txBody>
          <a:bodyPr wrap="square" rtlCol="0" anchor="ctr"/>
          <a:lstStyle/>
          <a:p>
            <a:pPr marL="0" indent="0">
              <a:buNone/>
            </a:pPr>
            <a:r>
              <a:rPr lang="en-US" sz="1300" b="1" kern="0" spc="200">
                <a:solidFill>
                  <a:srgbClr val="4ADE80"/>
                </a:solidFill>
                <a:latin typeface="Arial" pitchFamily="34" charset="0"/>
                <a:ea typeface="Arial" pitchFamily="34" charset="-122"/>
                <a:cs typeface="Arial" pitchFamily="34" charset="-120"/>
              </a:rPr>
              <a:t>Pregunta de salida</a:t>
            </a:r>
            <a:endParaRPr lang="en-US" sz="1300"/>
          </a:p>
        </p:txBody>
      </p:sp>
      <p:sp>
        <p:nvSpPr>
          <p:cNvPr id="10" name="Text 8"/>
          <p:cNvSpPr txBox="1"/>
          <p:nvPr/>
        </p:nvSpPr>
        <p:spPr>
          <a:xfrm>
            <a:off x="731520" y="5303520"/>
            <a:ext cx="10515600" cy="1005840"/>
          </a:xfrm>
          <a:prstGeom prst="rect">
            <a:avLst/>
          </a:prstGeom>
          <a:noFill/>
          <a:ln/>
        </p:spPr>
        <p:txBody>
          <a:bodyPr wrap="square" rtlCol="0" anchor="ctr"/>
          <a:lstStyle/>
          <a:p>
            <a:pPr marL="0" indent="0">
              <a:buNone/>
            </a:pPr>
            <a:r>
              <a:rPr lang="en-US" sz="1700" i="1">
                <a:solidFill>
                  <a:srgbClr val="FFFFFF"/>
                </a:solidFill>
                <a:latin typeface="Arial" pitchFamily="34" charset="0"/>
                <a:ea typeface="Arial" pitchFamily="34" charset="-122"/>
                <a:cs typeface="Arial" pitchFamily="34" charset="-120"/>
              </a:rPr>
              <a:t>“Ya tienen un servicio que responde una predicción a la vez. El negocio necesita puntuar toda la base cada noche. ¿Sirve la misma pieza?”</a:t>
            </a:r>
            <a:endParaRPr lang="en-US" sz="17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11</Slides>
  <Notes>8</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revision>125</cp:revision>
  <dcterms:created xsi:type="dcterms:W3CDTF">2026-09-10T02:13:10Z</dcterms:created>
  <dcterms:modified xsi:type="dcterms:W3CDTF">2026-09-11T02:16:39Z</dcterms:modified>
</cp:coreProperties>
</file>